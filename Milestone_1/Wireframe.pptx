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256" r:id="rId3"/>
    <p:sldId id="265" r:id="rId4"/>
    <p:sldId id="266" r:id="rId5"/>
    <p:sldId id="261" r:id="rId6"/>
    <p:sldId id="260" r:id="rId7"/>
    <p:sldId id="257" r:id="rId8"/>
    <p:sldId id="259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B2D6"/>
    <a:srgbClr val="F23186"/>
    <a:srgbClr val="C86D03"/>
    <a:srgbClr val="648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09"/>
  </p:normalViewPr>
  <p:slideViewPr>
    <p:cSldViewPr snapToGrid="0">
      <p:cViewPr>
        <p:scale>
          <a:sx n="130" d="100"/>
          <a:sy n="130" d="100"/>
        </p:scale>
        <p:origin x="60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34DE6-2989-C44A-8F34-EF7674B586EC}" type="datetimeFigureOut">
              <a:rPr lang="en-US" smtClean="0"/>
              <a:t>2/7/24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39BB6-1F83-5341-82BE-0626D4658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7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39BB6-1F83-5341-82BE-0626D46588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64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39BB6-1F83-5341-82BE-0626D46588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28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39BB6-1F83-5341-82BE-0626D46588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26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DA32C-DD43-CC99-F409-9B64DB21C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C7479-F4EB-7FD9-E093-F1EB691B1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DBA91-4F8F-12BB-4293-B63FFADD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05A99-62CF-37D6-A548-AE3AD4C68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3A8A9-39A6-2EE8-7C17-1915B820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26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0603-646B-7928-7489-D0C7B095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9025-8976-FF4F-7773-D3A48651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D226B-9631-037C-3BC6-47797EB0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A52A7-674B-E26E-CE14-E6929338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8B0B-772D-DC8E-6885-F5D088B3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5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A795-CC0D-F877-2FAD-D409F4DE1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D49B6-2EC3-8D45-3079-93E90B0A0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8DA5B-3DFA-2CAA-66B8-1624B007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669C6-4E7D-8A49-0726-01BA610D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C0BDD-0176-25E4-5A94-7D2A31EF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2427-FB11-CEA4-21A9-5CE877C6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7BFB-32CE-300C-41B2-1372668A2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0517C-973D-CCCF-4DC9-0BC2FFC6A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F04C3-D7C6-9DCC-BFC2-1C4384B6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723B6-28D8-5156-5721-BF40461B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BB3FE-C0E3-763F-EC43-B4E4C088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3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4F429-4EBD-25A3-0984-861741CA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9C614-6092-86AA-04A5-A78A84AD8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7E425-F2F4-FDB9-12F7-B76945881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16C9B-4700-9AB7-812C-3E96B02E6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1D26C-2A98-C148-F2FF-CA29FEC6A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46F2F-062B-04B5-EFEB-6C181242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60F39-2F7B-8FD2-B788-ED2C5E4A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2F564-65AE-F423-C0C0-6D6FA686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F37F-ABC8-801F-972C-D7931195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46861-B140-5D71-C898-75508040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E28F7-DC87-B262-0E8E-FA26BCE2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9E6D5-104B-70DD-7AFC-9034CC58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0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F2939-B07A-8C01-98BF-41146C14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0721A-F738-AC63-AA71-23748EC4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A29BB-9604-2EB1-C13B-F0A591DD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8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85FC-8E35-1E63-EC10-78946C14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62B4-DCB8-1D7E-C3FB-481A4DDFD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E016A-CFB3-92C9-EF9A-1766E6931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0E379-0147-3F22-FDE8-C5BEFA7B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7DDE9-2921-559F-4F87-8E7CBB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7077D-5EB2-A7FC-504A-8636BFDD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4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70F5-EE04-F7F0-A60F-1DADEAFF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357374-1CC3-5BF3-F6E3-2E98084C7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DB723-D19C-8635-269F-7DA59E949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79C99-E6C1-B326-F28D-761D49AF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5D251-64CF-2CCA-E30E-695FD0BB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F80F3-49A0-767B-5827-F9D5DC5F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1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EA89-D1CD-811E-80E0-B8EE1A54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BEA1B-73E4-D6D6-F257-7C1067460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37E9C-8ED7-7B83-4123-E24FD5DD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D54A2-AE76-D01B-2ECE-F2A7274C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ACA1C-36C9-99A0-D6A9-03DBE911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EE4EE-5CBC-A50B-6640-CE2126842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4CCE0-51E8-78CA-922B-0C44C7BBD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F9226-9E65-87FD-2CBE-A2E30D60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DCECE-C9BD-DD3A-3C41-3B0687A52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D8296-549F-1F8C-E0EC-0283C086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7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3C71A-F949-AC68-E1CF-EE7AC99E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50C21-3DA2-7039-4CDF-2DC28DEA2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E0A1-29CA-EAF1-342C-BD1917974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4362D-ABC2-3E4A-8519-D4D6412C232A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50738-E85A-A145-72F0-44E74929D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7F7C6-0546-EA20-619C-816A2E684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FB38F-E419-924A-99E7-4489A4CB6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7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7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7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1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svg"/><Relationship Id="rId5" Type="http://schemas.openxmlformats.org/officeDocument/2006/relationships/image" Target="../media/image5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7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7.svg"/><Relationship Id="rId4" Type="http://schemas.openxmlformats.org/officeDocument/2006/relationships/image" Target="../media/image5.svg"/><Relationship Id="rId9" Type="http://schemas.openxmlformats.org/officeDocument/2006/relationships/image" Target="../media/image6.pn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tx1">
              <a:lumMod val="95000"/>
              <a:lumOff val="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054E80-D3D0-3CDD-6EFF-042A72B89523}"/>
              </a:ext>
            </a:extLst>
          </p:cNvPr>
          <p:cNvSpPr/>
          <p:nvPr/>
        </p:nvSpPr>
        <p:spPr>
          <a:xfrm>
            <a:off x="4714874" y="1128713"/>
            <a:ext cx="614362" cy="614363"/>
          </a:xfrm>
          <a:prstGeom prst="roundRect">
            <a:avLst/>
          </a:prstGeom>
          <a:solidFill>
            <a:srgbClr val="C86D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EFA212F-FEAD-923F-8B38-0140650D60EA}"/>
              </a:ext>
            </a:extLst>
          </p:cNvPr>
          <p:cNvSpPr/>
          <p:nvPr/>
        </p:nvSpPr>
        <p:spPr>
          <a:xfrm>
            <a:off x="5424485" y="1128712"/>
            <a:ext cx="614362" cy="614363"/>
          </a:xfrm>
          <a:prstGeom prst="roundRect">
            <a:avLst/>
          </a:prstGeom>
          <a:solidFill>
            <a:srgbClr val="8CB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AA3C90-9DCE-8F3B-13D3-4C730136B080}"/>
              </a:ext>
            </a:extLst>
          </p:cNvPr>
          <p:cNvSpPr/>
          <p:nvPr/>
        </p:nvSpPr>
        <p:spPr>
          <a:xfrm>
            <a:off x="6134096" y="1128711"/>
            <a:ext cx="614362" cy="614363"/>
          </a:xfrm>
          <a:prstGeom prst="roundRect">
            <a:avLst/>
          </a:prstGeom>
          <a:solidFill>
            <a:srgbClr val="C86D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C3F1237-EA53-0F94-7556-A3764886909B}"/>
              </a:ext>
            </a:extLst>
          </p:cNvPr>
          <p:cNvSpPr/>
          <p:nvPr/>
        </p:nvSpPr>
        <p:spPr>
          <a:xfrm>
            <a:off x="6843707" y="1128710"/>
            <a:ext cx="614362" cy="614363"/>
          </a:xfrm>
          <a:prstGeom prst="roundRect">
            <a:avLst/>
          </a:prstGeom>
          <a:solidFill>
            <a:srgbClr val="F231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C2EBE5-6958-3A67-DEAC-C408A49F16AA}"/>
              </a:ext>
            </a:extLst>
          </p:cNvPr>
          <p:cNvSpPr/>
          <p:nvPr/>
        </p:nvSpPr>
        <p:spPr>
          <a:xfrm>
            <a:off x="4714874" y="2050257"/>
            <a:ext cx="614362" cy="614363"/>
          </a:xfrm>
          <a:prstGeom prst="roundRect">
            <a:avLst/>
          </a:prstGeom>
          <a:solidFill>
            <a:srgbClr val="F231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CA08B3-0D34-8D51-C5F3-3F1A3A129435}"/>
              </a:ext>
            </a:extLst>
          </p:cNvPr>
          <p:cNvSpPr/>
          <p:nvPr/>
        </p:nvSpPr>
        <p:spPr>
          <a:xfrm>
            <a:off x="5424485" y="2050257"/>
            <a:ext cx="614362" cy="614363"/>
          </a:xfrm>
          <a:prstGeom prst="roundRect">
            <a:avLst/>
          </a:prstGeom>
          <a:solidFill>
            <a:srgbClr val="C86D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E9072F-D92A-D68E-9379-A61299944A70}"/>
              </a:ext>
            </a:extLst>
          </p:cNvPr>
          <p:cNvSpPr/>
          <p:nvPr/>
        </p:nvSpPr>
        <p:spPr>
          <a:xfrm>
            <a:off x="6134096" y="2050257"/>
            <a:ext cx="614362" cy="614363"/>
          </a:xfrm>
          <a:prstGeom prst="roundRect">
            <a:avLst/>
          </a:prstGeom>
          <a:solidFill>
            <a:srgbClr val="8CB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B88359E-55AD-6A5C-0208-80B6C45FE279}"/>
              </a:ext>
            </a:extLst>
          </p:cNvPr>
          <p:cNvSpPr/>
          <p:nvPr/>
        </p:nvSpPr>
        <p:spPr>
          <a:xfrm>
            <a:off x="6843707" y="2050257"/>
            <a:ext cx="614362" cy="614363"/>
          </a:xfrm>
          <a:prstGeom prst="roundRect">
            <a:avLst/>
          </a:prstGeom>
          <a:solidFill>
            <a:srgbClr val="648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3B4383-84CF-EEB6-646A-84B09216C113}"/>
              </a:ext>
            </a:extLst>
          </p:cNvPr>
          <p:cNvSpPr/>
          <p:nvPr/>
        </p:nvSpPr>
        <p:spPr>
          <a:xfrm>
            <a:off x="4714874" y="2971800"/>
            <a:ext cx="614362" cy="614363"/>
          </a:xfrm>
          <a:prstGeom prst="roundRect">
            <a:avLst/>
          </a:prstGeom>
          <a:solidFill>
            <a:srgbClr val="8CB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A2FE79B-4EBE-DBF4-471F-51ABD75B7CCD}"/>
              </a:ext>
            </a:extLst>
          </p:cNvPr>
          <p:cNvSpPr/>
          <p:nvPr/>
        </p:nvSpPr>
        <p:spPr>
          <a:xfrm>
            <a:off x="5424485" y="2971800"/>
            <a:ext cx="614362" cy="614363"/>
          </a:xfrm>
          <a:prstGeom prst="roundRect">
            <a:avLst/>
          </a:prstGeom>
          <a:solidFill>
            <a:srgbClr val="648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85F9C1F-4D26-C0F0-47DF-EC2F29C1E379}"/>
              </a:ext>
            </a:extLst>
          </p:cNvPr>
          <p:cNvSpPr/>
          <p:nvPr/>
        </p:nvSpPr>
        <p:spPr>
          <a:xfrm>
            <a:off x="4714874" y="5788221"/>
            <a:ext cx="614362" cy="614363"/>
          </a:xfrm>
          <a:prstGeom prst="roundRect">
            <a:avLst/>
          </a:prstGeom>
          <a:solidFill>
            <a:srgbClr val="648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C6F81AA-C532-DC67-0515-6852E0A8326E}"/>
              </a:ext>
            </a:extLst>
          </p:cNvPr>
          <p:cNvSpPr/>
          <p:nvPr/>
        </p:nvSpPr>
        <p:spPr>
          <a:xfrm>
            <a:off x="5424485" y="5788220"/>
            <a:ext cx="614362" cy="614363"/>
          </a:xfrm>
          <a:prstGeom prst="roundRect">
            <a:avLst/>
          </a:prstGeom>
          <a:solidFill>
            <a:srgbClr val="C86D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4C772D3-38F7-2A3A-78D0-9A2C46BD3A9B}"/>
              </a:ext>
            </a:extLst>
          </p:cNvPr>
          <p:cNvSpPr/>
          <p:nvPr/>
        </p:nvSpPr>
        <p:spPr>
          <a:xfrm>
            <a:off x="6134096" y="5788219"/>
            <a:ext cx="614362" cy="614363"/>
          </a:xfrm>
          <a:prstGeom prst="roundRect">
            <a:avLst/>
          </a:prstGeom>
          <a:solidFill>
            <a:srgbClr val="F231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AA23A5A-20E6-EA4A-80D8-EABFD27DA05C}"/>
              </a:ext>
            </a:extLst>
          </p:cNvPr>
          <p:cNvSpPr/>
          <p:nvPr/>
        </p:nvSpPr>
        <p:spPr>
          <a:xfrm>
            <a:off x="6843707" y="5788218"/>
            <a:ext cx="614362" cy="614363"/>
          </a:xfrm>
          <a:prstGeom prst="roundRect">
            <a:avLst/>
          </a:prstGeom>
          <a:solidFill>
            <a:srgbClr val="8CB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FF5E1F1-DA4F-6E6E-6BB7-2DE7DC01B48E}"/>
              </a:ext>
            </a:extLst>
          </p:cNvPr>
          <p:cNvSpPr/>
          <p:nvPr/>
        </p:nvSpPr>
        <p:spPr>
          <a:xfrm>
            <a:off x="6153155" y="2971799"/>
            <a:ext cx="614362" cy="614363"/>
          </a:xfrm>
          <a:prstGeom prst="round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D07D53-A8C4-76B8-FE5B-0587D4858784}"/>
              </a:ext>
            </a:extLst>
          </p:cNvPr>
          <p:cNvSpPr/>
          <p:nvPr/>
        </p:nvSpPr>
        <p:spPr>
          <a:xfrm>
            <a:off x="5772152" y="571502"/>
            <a:ext cx="159541" cy="1571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C53901-732C-2381-5909-8EF702DA2BAD}"/>
              </a:ext>
            </a:extLst>
          </p:cNvPr>
          <p:cNvCxnSpPr>
            <a:cxnSpLocks/>
          </p:cNvCxnSpPr>
          <p:nvPr/>
        </p:nvCxnSpPr>
        <p:spPr>
          <a:xfrm>
            <a:off x="6024559" y="650083"/>
            <a:ext cx="364337" cy="0"/>
          </a:xfrm>
          <a:prstGeom prst="line">
            <a:avLst/>
          </a:prstGeom>
          <a:ln w="63500" cap="rnd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8123F31-529A-5731-E63C-4FA093A763DD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02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Grade Tracker</a:t>
            </a:r>
          </a:p>
        </p:txBody>
      </p:sp>
      <p:pic>
        <p:nvPicPr>
          <p:cNvPr id="13" name="Graphic 12" descr="Hamburger Menu Icon with solid fill">
            <a:extLst>
              <a:ext uri="{FF2B5EF4-FFF2-40B4-BE49-F238E27FC236}">
                <a16:creationId xmlns:a16="http://schemas.microsoft.com/office/drawing/2014/main" id="{58E7BCDA-4032-0C2C-2511-85AD5309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288" y="490418"/>
            <a:ext cx="551260" cy="551260"/>
          </a:xfrm>
          <a:prstGeom prst="rect">
            <a:avLst/>
          </a:prstGeom>
        </p:spPr>
      </p:pic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4569021" y="135683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Overall: ###%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D3710C-DEB9-AC7E-1DC3-887FC6394E27}"/>
              </a:ext>
            </a:extLst>
          </p:cNvPr>
          <p:cNvGrpSpPr/>
          <p:nvPr/>
        </p:nvGrpSpPr>
        <p:grpSpPr>
          <a:xfrm>
            <a:off x="5815012" y="5959228"/>
            <a:ext cx="1944287" cy="600848"/>
            <a:chOff x="5815012" y="5959228"/>
            <a:chExt cx="1944287" cy="600848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5E17609-A5E4-CD69-D667-C15A1DE89F24}"/>
                </a:ext>
              </a:extLst>
            </p:cNvPr>
            <p:cNvSpPr/>
            <p:nvPr/>
          </p:nvSpPr>
          <p:spPr>
            <a:xfrm>
              <a:off x="5815012" y="5959228"/>
              <a:ext cx="1835729" cy="60084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22BE8D-B721-0CDA-9460-AC8F2340EBC4}"/>
                </a:ext>
              </a:extLst>
            </p:cNvPr>
            <p:cNvSpPr txBox="1"/>
            <p:nvPr/>
          </p:nvSpPr>
          <p:spPr>
            <a:xfrm>
              <a:off x="6145050" y="6074986"/>
              <a:ext cx="1614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Semester</a:t>
              </a:r>
            </a:p>
          </p:txBody>
        </p:sp>
        <p:pic>
          <p:nvPicPr>
            <p:cNvPr id="32" name="Graphic 31" descr="Badge Follow outline">
              <a:extLst>
                <a:ext uri="{FF2B5EF4-FFF2-40B4-BE49-F238E27FC236}">
                  <a16:creationId xmlns:a16="http://schemas.microsoft.com/office/drawing/2014/main" id="{AC49642F-4BFE-BC80-DCD5-C47F4571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18848" y="6103687"/>
              <a:ext cx="311930" cy="311930"/>
            </a:xfrm>
            <a:prstGeom prst="rect">
              <a:avLst/>
            </a:prstGeom>
          </p:spPr>
        </p:pic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8A4C8A-4101-531D-19E5-A8F13E2988D3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498C7A9-61CC-A65E-5E3E-83C6FB503E42}"/>
              </a:ext>
            </a:extLst>
          </p:cNvPr>
          <p:cNvGrpSpPr/>
          <p:nvPr/>
        </p:nvGrpSpPr>
        <p:grpSpPr>
          <a:xfrm>
            <a:off x="4767259" y="2458087"/>
            <a:ext cx="2657476" cy="1773794"/>
            <a:chOff x="1128712" y="2357438"/>
            <a:chExt cx="2657476" cy="1773794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10A619E-6DDB-5090-CC37-6B68BFB03AFD}"/>
                </a:ext>
              </a:extLst>
            </p:cNvPr>
            <p:cNvSpPr/>
            <p:nvPr/>
          </p:nvSpPr>
          <p:spPr>
            <a:xfrm>
              <a:off x="1128713" y="2357438"/>
              <a:ext cx="2657475" cy="1773794"/>
            </a:xfrm>
            <a:prstGeom prst="roundRect">
              <a:avLst>
                <a:gd name="adj" fmla="val 5729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55C8ED-CA64-E344-B7BB-8E37B7FE6996}"/>
                </a:ext>
              </a:extLst>
            </p:cNvPr>
            <p:cNvSpPr txBox="1"/>
            <p:nvPr/>
          </p:nvSpPr>
          <p:spPr>
            <a:xfrm>
              <a:off x="1128712" y="2357438"/>
              <a:ext cx="1843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Add Semester: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0E1CF16-4104-19CB-90FA-2F73F197902A}"/>
                </a:ext>
              </a:extLst>
            </p:cNvPr>
            <p:cNvSpPr/>
            <p:nvPr/>
          </p:nvSpPr>
          <p:spPr>
            <a:xfrm>
              <a:off x="1320401" y="2955372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Semester Name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A59A556-3EF4-8537-EA71-9E0724BC91C2}"/>
                </a:ext>
              </a:extLst>
            </p:cNvPr>
            <p:cNvSpPr txBox="1"/>
            <p:nvPr/>
          </p:nvSpPr>
          <p:spPr>
            <a:xfrm>
              <a:off x="1235869" y="2664119"/>
              <a:ext cx="1843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Name: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ED18A67-4E79-07C5-CAD1-1FAB903B28A3}"/>
                </a:ext>
              </a:extLst>
            </p:cNvPr>
            <p:cNvGrpSpPr/>
            <p:nvPr/>
          </p:nvGrpSpPr>
          <p:grpSpPr>
            <a:xfrm>
              <a:off x="1235869" y="3480413"/>
              <a:ext cx="1117761" cy="485090"/>
              <a:chOff x="5815012" y="5959228"/>
              <a:chExt cx="1117761" cy="485090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1C39932A-F9EC-CEA2-075B-3213A0A672C0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2B0E0F-3266-997A-3A8A-375B53949134}"/>
                  </a:ext>
                </a:extLst>
              </p:cNvPr>
              <p:cNvSpPr txBox="1"/>
              <p:nvPr/>
            </p:nvSpPr>
            <p:spPr>
              <a:xfrm>
                <a:off x="5929312" y="6017107"/>
                <a:ext cx="889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Cancel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B1E5843-1EFC-5030-3663-C8222ADCCAD8}"/>
                </a:ext>
              </a:extLst>
            </p:cNvPr>
            <p:cNvGrpSpPr/>
            <p:nvPr/>
          </p:nvGrpSpPr>
          <p:grpSpPr>
            <a:xfrm>
              <a:off x="2457450" y="3480413"/>
              <a:ext cx="1117761" cy="485090"/>
              <a:chOff x="5815012" y="5959228"/>
              <a:chExt cx="1117761" cy="485090"/>
            </a:xfrm>
          </p:grpSpPr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31BE2192-41E3-1DED-D10D-0E6221AA6913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184052-B307-D19F-BAB1-903D926C1732}"/>
                  </a:ext>
                </a:extLst>
              </p:cNvPr>
              <p:cNvSpPr txBox="1"/>
              <p:nvPr/>
            </p:nvSpPr>
            <p:spPr>
              <a:xfrm>
                <a:off x="5941218" y="6017107"/>
                <a:ext cx="865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Create</a:t>
                </a:r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33A8EE7C-39AD-D49E-DCE9-408A065365AD}"/>
              </a:ext>
            </a:extLst>
          </p:cNvPr>
          <p:cNvSpPr/>
          <p:nvPr/>
        </p:nvSpPr>
        <p:spPr>
          <a:xfrm>
            <a:off x="4958947" y="3056657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Semester 1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EC1146A-7632-350F-9C4C-9CB01FE523EF}"/>
              </a:ext>
            </a:extLst>
          </p:cNvPr>
          <p:cNvGrpSpPr/>
          <p:nvPr/>
        </p:nvGrpSpPr>
        <p:grpSpPr>
          <a:xfrm>
            <a:off x="6092189" y="3590353"/>
            <a:ext cx="1117761" cy="485090"/>
            <a:chOff x="9020172" y="3433126"/>
            <a:chExt cx="1117761" cy="485090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2B57E2B3-793D-2BD2-2B55-FFC5454A704A}"/>
                </a:ext>
              </a:extLst>
            </p:cNvPr>
            <p:cNvSpPr/>
            <p:nvPr/>
          </p:nvSpPr>
          <p:spPr>
            <a:xfrm>
              <a:off x="9020172" y="3433126"/>
              <a:ext cx="1117761" cy="48509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80C3C66-429A-38BC-B4CF-E45C5A475DF5}"/>
                </a:ext>
              </a:extLst>
            </p:cNvPr>
            <p:cNvSpPr txBox="1"/>
            <p:nvPr/>
          </p:nvSpPr>
          <p:spPr>
            <a:xfrm>
              <a:off x="9146378" y="3491005"/>
              <a:ext cx="865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Create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1672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5000">
        <p14:flythrough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6" presetClass="emph" presetSubtype="0" autoRev="1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0" dur="1000" fill="hold"/>
                                        <p:tgtEl>
                                          <p:spTgt spid="5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0"/>
                            </p:stCondLst>
                            <p:childTnLst>
                              <p:par>
                                <p:cTn id="22" presetID="53" presetClass="exit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32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Grade Tracker</a:t>
            </a:r>
          </a:p>
        </p:txBody>
      </p:sp>
      <p:pic>
        <p:nvPicPr>
          <p:cNvPr id="13" name="Graphic 12" descr="Hamburger Menu Icon with solid fill">
            <a:extLst>
              <a:ext uri="{FF2B5EF4-FFF2-40B4-BE49-F238E27FC236}">
                <a16:creationId xmlns:a16="http://schemas.microsoft.com/office/drawing/2014/main" id="{58E7BCDA-4032-0C2C-2511-85AD5309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288" y="490418"/>
            <a:ext cx="551260" cy="551260"/>
          </a:xfrm>
          <a:prstGeom prst="rect">
            <a:avLst/>
          </a:prstGeom>
        </p:spPr>
      </p:pic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4569021" y="135683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Overall: ###%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35A8AE-FA49-ED8F-D6AD-6FB20D709213}"/>
              </a:ext>
            </a:extLst>
          </p:cNvPr>
          <p:cNvGrpSpPr/>
          <p:nvPr/>
        </p:nvGrpSpPr>
        <p:grpSpPr>
          <a:xfrm>
            <a:off x="4524427" y="2128894"/>
            <a:ext cx="3012465" cy="500008"/>
            <a:chOff x="4524427" y="2128894"/>
            <a:chExt cx="3012465" cy="500008"/>
          </a:xfrm>
        </p:grpSpPr>
        <p:pic>
          <p:nvPicPr>
            <p:cNvPr id="18" name="Graphic 17" descr="Caret Right outline">
              <a:extLst>
                <a:ext uri="{FF2B5EF4-FFF2-40B4-BE49-F238E27FC236}">
                  <a16:creationId xmlns:a16="http://schemas.microsoft.com/office/drawing/2014/main" id="{C1C584DF-01A4-4278-908A-3D4EBA026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24427" y="2128894"/>
              <a:ext cx="500008" cy="50000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9F4E5E-BF5A-75AE-DFB3-D99B702F394A}"/>
                </a:ext>
              </a:extLst>
            </p:cNvPr>
            <p:cNvSpPr txBox="1"/>
            <p:nvPr/>
          </p:nvSpPr>
          <p:spPr>
            <a:xfrm>
              <a:off x="4886911" y="2194232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Semester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E31EEA0-405E-5FBB-34FA-975C1D1B5E19}"/>
                </a:ext>
              </a:extLst>
            </p:cNvPr>
            <p:cNvSpPr txBox="1"/>
            <p:nvPr/>
          </p:nvSpPr>
          <p:spPr>
            <a:xfrm>
              <a:off x="6297809" y="2209591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##%</a:t>
              </a:r>
            </a:p>
          </p:txBody>
        </p:sp>
        <p:pic>
          <p:nvPicPr>
            <p:cNvPr id="22" name="Graphic 21" descr="Pencil outline">
              <a:extLst>
                <a:ext uri="{FF2B5EF4-FFF2-40B4-BE49-F238E27FC236}">
                  <a16:creationId xmlns:a16="http://schemas.microsoft.com/office/drawing/2014/main" id="{16956B35-9F21-939D-5B5C-56DB98DB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7560" y="2197448"/>
              <a:ext cx="369332" cy="3693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D3710C-DEB9-AC7E-1DC3-887FC6394E27}"/>
              </a:ext>
            </a:extLst>
          </p:cNvPr>
          <p:cNvGrpSpPr/>
          <p:nvPr/>
        </p:nvGrpSpPr>
        <p:grpSpPr>
          <a:xfrm>
            <a:off x="5815012" y="5959228"/>
            <a:ext cx="1944287" cy="600848"/>
            <a:chOff x="5815012" y="5959228"/>
            <a:chExt cx="1944287" cy="600848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5E17609-A5E4-CD69-D667-C15A1DE89F24}"/>
                </a:ext>
              </a:extLst>
            </p:cNvPr>
            <p:cNvSpPr/>
            <p:nvPr/>
          </p:nvSpPr>
          <p:spPr>
            <a:xfrm>
              <a:off x="5815012" y="5959228"/>
              <a:ext cx="1835729" cy="60084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22BE8D-B721-0CDA-9460-AC8F2340EBC4}"/>
                </a:ext>
              </a:extLst>
            </p:cNvPr>
            <p:cNvSpPr txBox="1"/>
            <p:nvPr/>
          </p:nvSpPr>
          <p:spPr>
            <a:xfrm>
              <a:off x="6145050" y="6074986"/>
              <a:ext cx="1614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Semester</a:t>
              </a:r>
            </a:p>
          </p:txBody>
        </p:sp>
        <p:pic>
          <p:nvPicPr>
            <p:cNvPr id="32" name="Graphic 31" descr="Badge Follow outline">
              <a:extLst>
                <a:ext uri="{FF2B5EF4-FFF2-40B4-BE49-F238E27FC236}">
                  <a16:creationId xmlns:a16="http://schemas.microsoft.com/office/drawing/2014/main" id="{AC49642F-4BFE-BC80-DCD5-C47F4571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18848" y="6103687"/>
              <a:ext cx="311930" cy="311930"/>
            </a:xfrm>
            <a:prstGeom prst="rect">
              <a:avLst/>
            </a:prstGeom>
          </p:spPr>
        </p:pic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07A59-8DDB-B69B-0492-E6883831E398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27878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1500">
        <p14:flythrough/>
      </p:transition>
    </mc:Choice>
    <mc:Fallback>
      <p:transition spd="slow" advClick="0" advTm="1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Grade Tracker</a:t>
            </a:r>
          </a:p>
        </p:txBody>
      </p:sp>
      <p:pic>
        <p:nvPicPr>
          <p:cNvPr id="13" name="Graphic 12" descr="Hamburger Menu Icon with solid fill">
            <a:extLst>
              <a:ext uri="{FF2B5EF4-FFF2-40B4-BE49-F238E27FC236}">
                <a16:creationId xmlns:a16="http://schemas.microsoft.com/office/drawing/2014/main" id="{58E7BCDA-4032-0C2C-2511-85AD5309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288" y="490418"/>
            <a:ext cx="551260" cy="551260"/>
          </a:xfrm>
          <a:prstGeom prst="rect">
            <a:avLst/>
          </a:prstGeom>
        </p:spPr>
      </p:pic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4569021" y="135683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Overall: ###%</a:t>
            </a:r>
          </a:p>
        </p:txBody>
      </p:sp>
      <p:pic>
        <p:nvPicPr>
          <p:cNvPr id="18" name="Graphic 17" descr="Caret Right outline">
            <a:extLst>
              <a:ext uri="{FF2B5EF4-FFF2-40B4-BE49-F238E27FC236}">
                <a16:creationId xmlns:a16="http://schemas.microsoft.com/office/drawing/2014/main" id="{C1C584DF-01A4-4278-908A-3D4EBA026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4427" y="2128894"/>
            <a:ext cx="500008" cy="5000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9F4E5E-BF5A-75AE-DFB3-D99B702F394A}"/>
              </a:ext>
            </a:extLst>
          </p:cNvPr>
          <p:cNvSpPr txBox="1"/>
          <p:nvPr/>
        </p:nvSpPr>
        <p:spPr>
          <a:xfrm>
            <a:off x="4886911" y="2194232"/>
            <a:ext cx="141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Semester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31EEA0-405E-5FBB-34FA-975C1D1B5E19}"/>
              </a:ext>
            </a:extLst>
          </p:cNvPr>
          <p:cNvSpPr txBox="1"/>
          <p:nvPr/>
        </p:nvSpPr>
        <p:spPr>
          <a:xfrm>
            <a:off x="6297809" y="2209591"/>
            <a:ext cx="70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##%</a:t>
            </a:r>
          </a:p>
        </p:txBody>
      </p:sp>
      <p:pic>
        <p:nvPicPr>
          <p:cNvPr id="22" name="Graphic 21" descr="Pencil outline">
            <a:extLst>
              <a:ext uri="{FF2B5EF4-FFF2-40B4-BE49-F238E27FC236}">
                <a16:creationId xmlns:a16="http://schemas.microsoft.com/office/drawing/2014/main" id="{16956B35-9F21-939D-5B5C-56DB98DBE8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67560" y="2197448"/>
            <a:ext cx="369332" cy="36933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B3F5A88-8750-0B4C-D112-C07CE35DFCF6}"/>
              </a:ext>
            </a:extLst>
          </p:cNvPr>
          <p:cNvGrpSpPr/>
          <p:nvPr/>
        </p:nvGrpSpPr>
        <p:grpSpPr>
          <a:xfrm>
            <a:off x="4524427" y="2715787"/>
            <a:ext cx="3012465" cy="500008"/>
            <a:chOff x="4524427" y="2128894"/>
            <a:chExt cx="3012465" cy="500008"/>
          </a:xfrm>
        </p:grpSpPr>
        <p:pic>
          <p:nvPicPr>
            <p:cNvPr id="25" name="Graphic 24" descr="Caret Right outline">
              <a:extLst>
                <a:ext uri="{FF2B5EF4-FFF2-40B4-BE49-F238E27FC236}">
                  <a16:creationId xmlns:a16="http://schemas.microsoft.com/office/drawing/2014/main" id="{6A4FBD25-8547-6DB1-5975-8A3A1CA4B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24427" y="2128894"/>
              <a:ext cx="500008" cy="5000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C7FFFC-13BB-A46B-688D-991FDE1F8488}"/>
                </a:ext>
              </a:extLst>
            </p:cNvPr>
            <p:cNvSpPr txBox="1"/>
            <p:nvPr/>
          </p:nvSpPr>
          <p:spPr>
            <a:xfrm>
              <a:off x="4886911" y="2194232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Semester 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00B7C3-DFFC-AD1A-1305-63A986C3B790}"/>
                </a:ext>
              </a:extLst>
            </p:cNvPr>
            <p:cNvSpPr txBox="1"/>
            <p:nvPr/>
          </p:nvSpPr>
          <p:spPr>
            <a:xfrm>
              <a:off x="6297809" y="2209591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##%</a:t>
              </a:r>
            </a:p>
          </p:txBody>
        </p:sp>
        <p:pic>
          <p:nvPicPr>
            <p:cNvPr id="28" name="Graphic 27" descr="Pencil outline">
              <a:extLst>
                <a:ext uri="{FF2B5EF4-FFF2-40B4-BE49-F238E27FC236}">
                  <a16:creationId xmlns:a16="http://schemas.microsoft.com/office/drawing/2014/main" id="{EE896E22-4354-0E8F-1327-AE2E99725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7560" y="2197448"/>
              <a:ext cx="369332" cy="3693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D3710C-DEB9-AC7E-1DC3-887FC6394E27}"/>
              </a:ext>
            </a:extLst>
          </p:cNvPr>
          <p:cNvGrpSpPr/>
          <p:nvPr/>
        </p:nvGrpSpPr>
        <p:grpSpPr>
          <a:xfrm>
            <a:off x="5815012" y="5959228"/>
            <a:ext cx="1944287" cy="600848"/>
            <a:chOff x="5815012" y="5959228"/>
            <a:chExt cx="1944287" cy="600848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5E17609-A5E4-CD69-D667-C15A1DE89F24}"/>
                </a:ext>
              </a:extLst>
            </p:cNvPr>
            <p:cNvSpPr/>
            <p:nvPr/>
          </p:nvSpPr>
          <p:spPr>
            <a:xfrm>
              <a:off x="5815012" y="5959228"/>
              <a:ext cx="1835729" cy="60084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22BE8D-B721-0CDA-9460-AC8F2340EBC4}"/>
                </a:ext>
              </a:extLst>
            </p:cNvPr>
            <p:cNvSpPr txBox="1"/>
            <p:nvPr/>
          </p:nvSpPr>
          <p:spPr>
            <a:xfrm>
              <a:off x="6145050" y="6074986"/>
              <a:ext cx="1614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Semester</a:t>
              </a:r>
            </a:p>
          </p:txBody>
        </p:sp>
        <p:pic>
          <p:nvPicPr>
            <p:cNvPr id="32" name="Graphic 31" descr="Badge Follow outline">
              <a:extLst>
                <a:ext uri="{FF2B5EF4-FFF2-40B4-BE49-F238E27FC236}">
                  <a16:creationId xmlns:a16="http://schemas.microsoft.com/office/drawing/2014/main" id="{AC49642F-4BFE-BC80-DCD5-C47F4571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18848" y="6103687"/>
              <a:ext cx="311930" cy="311930"/>
            </a:xfrm>
            <a:prstGeom prst="rect">
              <a:avLst/>
            </a:prstGeom>
          </p:spPr>
        </p:pic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E7338-731A-54CF-DBF2-42883E7C87C4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165513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1500">
        <p:fade/>
      </p:transition>
    </mc:Choice>
    <mc:Fallback>
      <p:transition spd="med"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Grade Tracker</a:t>
            </a:r>
          </a:p>
        </p:txBody>
      </p:sp>
      <p:pic>
        <p:nvPicPr>
          <p:cNvPr id="13" name="Graphic 12" descr="Hamburger Menu Icon with solid fill">
            <a:extLst>
              <a:ext uri="{FF2B5EF4-FFF2-40B4-BE49-F238E27FC236}">
                <a16:creationId xmlns:a16="http://schemas.microsoft.com/office/drawing/2014/main" id="{58E7BCDA-4032-0C2C-2511-85AD5309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288" y="490418"/>
            <a:ext cx="551260" cy="551260"/>
          </a:xfrm>
          <a:prstGeom prst="rect">
            <a:avLst/>
          </a:prstGeom>
        </p:spPr>
      </p:pic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4569021" y="135683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Overall: ###%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9F4E5E-BF5A-75AE-DFB3-D99B702F394A}"/>
              </a:ext>
            </a:extLst>
          </p:cNvPr>
          <p:cNvSpPr txBox="1"/>
          <p:nvPr/>
        </p:nvSpPr>
        <p:spPr>
          <a:xfrm>
            <a:off x="4886911" y="2194232"/>
            <a:ext cx="141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Semester 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B3F5A88-8750-0B4C-D112-C07CE35DFCF6}"/>
              </a:ext>
            </a:extLst>
          </p:cNvPr>
          <p:cNvGrpSpPr/>
          <p:nvPr/>
        </p:nvGrpSpPr>
        <p:grpSpPr>
          <a:xfrm>
            <a:off x="4524427" y="2715787"/>
            <a:ext cx="3012465" cy="500008"/>
            <a:chOff x="4524427" y="2128894"/>
            <a:chExt cx="3012465" cy="500008"/>
          </a:xfrm>
        </p:grpSpPr>
        <p:pic>
          <p:nvPicPr>
            <p:cNvPr id="25" name="Graphic 24" descr="Caret Right outline">
              <a:extLst>
                <a:ext uri="{FF2B5EF4-FFF2-40B4-BE49-F238E27FC236}">
                  <a16:creationId xmlns:a16="http://schemas.microsoft.com/office/drawing/2014/main" id="{6A4FBD25-8547-6DB1-5975-8A3A1CA4B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24427" y="2128894"/>
              <a:ext cx="500008" cy="5000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C7FFFC-13BB-A46B-688D-991FDE1F8488}"/>
                </a:ext>
              </a:extLst>
            </p:cNvPr>
            <p:cNvSpPr txBox="1"/>
            <p:nvPr/>
          </p:nvSpPr>
          <p:spPr>
            <a:xfrm>
              <a:off x="4886911" y="2194232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Semester 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00B7C3-DFFC-AD1A-1305-63A986C3B790}"/>
                </a:ext>
              </a:extLst>
            </p:cNvPr>
            <p:cNvSpPr txBox="1"/>
            <p:nvPr/>
          </p:nvSpPr>
          <p:spPr>
            <a:xfrm>
              <a:off x="6297809" y="2209591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##%</a:t>
              </a:r>
            </a:p>
          </p:txBody>
        </p:sp>
        <p:pic>
          <p:nvPicPr>
            <p:cNvPr id="28" name="Graphic 27" descr="Pencil outline">
              <a:extLst>
                <a:ext uri="{FF2B5EF4-FFF2-40B4-BE49-F238E27FC236}">
                  <a16:creationId xmlns:a16="http://schemas.microsoft.com/office/drawing/2014/main" id="{EE896E22-4354-0E8F-1327-AE2E99725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7560" y="2197448"/>
              <a:ext cx="369332" cy="3693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D3710C-DEB9-AC7E-1DC3-887FC6394E27}"/>
              </a:ext>
            </a:extLst>
          </p:cNvPr>
          <p:cNvGrpSpPr/>
          <p:nvPr/>
        </p:nvGrpSpPr>
        <p:grpSpPr>
          <a:xfrm>
            <a:off x="5815012" y="5959228"/>
            <a:ext cx="1944287" cy="600848"/>
            <a:chOff x="5815012" y="5959228"/>
            <a:chExt cx="1944287" cy="600848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5E17609-A5E4-CD69-D667-C15A1DE89F24}"/>
                </a:ext>
              </a:extLst>
            </p:cNvPr>
            <p:cNvSpPr/>
            <p:nvPr/>
          </p:nvSpPr>
          <p:spPr>
            <a:xfrm>
              <a:off x="5815012" y="5959228"/>
              <a:ext cx="1835729" cy="60084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22BE8D-B721-0CDA-9460-AC8F2340EBC4}"/>
                </a:ext>
              </a:extLst>
            </p:cNvPr>
            <p:cNvSpPr txBox="1"/>
            <p:nvPr/>
          </p:nvSpPr>
          <p:spPr>
            <a:xfrm>
              <a:off x="6145050" y="6074986"/>
              <a:ext cx="1614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Semester</a:t>
              </a:r>
            </a:p>
          </p:txBody>
        </p:sp>
        <p:pic>
          <p:nvPicPr>
            <p:cNvPr id="32" name="Graphic 31" descr="Badge Follow outline">
              <a:extLst>
                <a:ext uri="{FF2B5EF4-FFF2-40B4-BE49-F238E27FC236}">
                  <a16:creationId xmlns:a16="http://schemas.microsoft.com/office/drawing/2014/main" id="{AC49642F-4BFE-BC80-DCD5-C47F4571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18848" y="6103687"/>
              <a:ext cx="311930" cy="311930"/>
            </a:xfrm>
            <a:prstGeom prst="rect">
              <a:avLst/>
            </a:prstGeom>
          </p:spPr>
        </p:pic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AE5F9-7DD9-0289-F5CC-43D74C5A82B0}"/>
              </a:ext>
            </a:extLst>
          </p:cNvPr>
          <p:cNvGrpSpPr/>
          <p:nvPr/>
        </p:nvGrpSpPr>
        <p:grpSpPr>
          <a:xfrm>
            <a:off x="7143246" y="2170350"/>
            <a:ext cx="450000" cy="450000"/>
            <a:chOff x="7143246" y="2170350"/>
            <a:chExt cx="450000" cy="45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482483B-F937-12E2-D2E1-55EF59800C21}"/>
                </a:ext>
              </a:extLst>
            </p:cNvPr>
            <p:cNvSpPr/>
            <p:nvPr/>
          </p:nvSpPr>
          <p:spPr>
            <a:xfrm>
              <a:off x="7143246" y="2170350"/>
              <a:ext cx="450000" cy="450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Pencil outline">
              <a:extLst>
                <a:ext uri="{FF2B5EF4-FFF2-40B4-BE49-F238E27FC236}">
                  <a16:creationId xmlns:a16="http://schemas.microsoft.com/office/drawing/2014/main" id="{02214C91-B2D2-1CFD-6E28-89F13CB95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7560" y="2194232"/>
              <a:ext cx="369332" cy="369332"/>
            </a:xfrm>
            <a:prstGeom prst="rect">
              <a:avLst/>
            </a:prstGeom>
          </p:spPr>
        </p:pic>
      </p:grpSp>
      <p:pic>
        <p:nvPicPr>
          <p:cNvPr id="11" name="Graphic 10" descr="Caret Right outline">
            <a:extLst>
              <a:ext uri="{FF2B5EF4-FFF2-40B4-BE49-F238E27FC236}">
                <a16:creationId xmlns:a16="http://schemas.microsoft.com/office/drawing/2014/main" id="{E1952D79-8708-BC35-4B1C-4D9EA0EA69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524427" y="2128894"/>
            <a:ext cx="500008" cy="500008"/>
          </a:xfrm>
          <a:prstGeom prst="rect">
            <a:avLst/>
          </a:prstGeom>
        </p:spPr>
      </p:pic>
      <p:pic>
        <p:nvPicPr>
          <p:cNvPr id="12" name="Graphic 11" descr="Garbage outline">
            <a:extLst>
              <a:ext uri="{FF2B5EF4-FFF2-40B4-BE49-F238E27FC236}">
                <a16:creationId xmlns:a16="http://schemas.microsoft.com/office/drawing/2014/main" id="{7254B7D9-9320-1195-B20B-3E356BCFB8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85590" y="2193566"/>
            <a:ext cx="354771" cy="36708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6A44E25-2C79-43AB-70C2-36FCC12CE892}"/>
              </a:ext>
            </a:extLst>
          </p:cNvPr>
          <p:cNvGrpSpPr/>
          <p:nvPr/>
        </p:nvGrpSpPr>
        <p:grpSpPr>
          <a:xfrm>
            <a:off x="4902931" y="2644261"/>
            <a:ext cx="2674974" cy="500008"/>
            <a:chOff x="4902931" y="2644261"/>
            <a:chExt cx="2674974" cy="500008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CEDC37B-6593-C749-DB9F-A3F179AEC0F2}"/>
                </a:ext>
              </a:extLst>
            </p:cNvPr>
            <p:cNvSpPr/>
            <p:nvPr/>
          </p:nvSpPr>
          <p:spPr>
            <a:xfrm>
              <a:off x="4902931" y="2644261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3AC62F-CF64-0ED3-63BF-8E4CE54D5545}"/>
                </a:ext>
              </a:extLst>
            </p:cNvPr>
            <p:cNvSpPr txBox="1"/>
            <p:nvPr/>
          </p:nvSpPr>
          <p:spPr>
            <a:xfrm>
              <a:off x="5322078" y="2709599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Course</a:t>
              </a:r>
            </a:p>
          </p:txBody>
        </p:sp>
        <p:pic>
          <p:nvPicPr>
            <p:cNvPr id="35" name="Graphic 34" descr="Badge Follow outline">
              <a:extLst>
                <a:ext uri="{FF2B5EF4-FFF2-40B4-BE49-F238E27FC236}">
                  <a16:creationId xmlns:a16="http://schemas.microsoft.com/office/drawing/2014/main" id="{B7FE2D94-39A3-DB49-E906-FE37C20A2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10148" y="2738300"/>
              <a:ext cx="311930" cy="31193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CA37E2B-1815-CFFB-CF2C-7EB1AEC0AF54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915522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4000">
        <p:fade/>
      </p:transition>
    </mc:Choice>
    <mc:Fallback>
      <p:transition spd="med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59259E-6 L -0.00013 0.087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437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Grade Tracker</a:t>
            </a:r>
          </a:p>
        </p:txBody>
      </p:sp>
      <p:pic>
        <p:nvPicPr>
          <p:cNvPr id="13" name="Graphic 12" descr="Hamburger Menu Icon with solid fill">
            <a:extLst>
              <a:ext uri="{FF2B5EF4-FFF2-40B4-BE49-F238E27FC236}">
                <a16:creationId xmlns:a16="http://schemas.microsoft.com/office/drawing/2014/main" id="{58E7BCDA-4032-0C2C-2511-85AD5309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288" y="490418"/>
            <a:ext cx="551260" cy="551260"/>
          </a:xfrm>
          <a:prstGeom prst="rect">
            <a:avLst/>
          </a:prstGeom>
        </p:spPr>
      </p:pic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4569021" y="135683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Overall: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###%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1F50E2-F296-EAB0-225C-DF56785B0A48}"/>
              </a:ext>
            </a:extLst>
          </p:cNvPr>
          <p:cNvGrpSpPr/>
          <p:nvPr/>
        </p:nvGrpSpPr>
        <p:grpSpPr>
          <a:xfrm>
            <a:off x="4902931" y="2644261"/>
            <a:ext cx="2674974" cy="500008"/>
            <a:chOff x="4902931" y="2644261"/>
            <a:chExt cx="2674974" cy="500008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C7CB6F6D-9332-FEBB-7CF0-D02A0EF59F28}"/>
                </a:ext>
              </a:extLst>
            </p:cNvPr>
            <p:cNvSpPr/>
            <p:nvPr/>
          </p:nvSpPr>
          <p:spPr>
            <a:xfrm>
              <a:off x="4902931" y="2644261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A50FD4-942E-605A-3AD2-DE4B25E42F85}"/>
                </a:ext>
              </a:extLst>
            </p:cNvPr>
            <p:cNvSpPr txBox="1"/>
            <p:nvPr/>
          </p:nvSpPr>
          <p:spPr>
            <a:xfrm>
              <a:off x="5322078" y="2709599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Course</a:t>
              </a:r>
            </a:p>
          </p:txBody>
        </p:sp>
        <p:pic>
          <p:nvPicPr>
            <p:cNvPr id="11" name="Graphic 10" descr="Badge Follow outline">
              <a:extLst>
                <a:ext uri="{FF2B5EF4-FFF2-40B4-BE49-F238E27FC236}">
                  <a16:creationId xmlns:a16="http://schemas.microsoft.com/office/drawing/2014/main" id="{D7C1A2DF-4CF6-19DD-C897-B2F8E96B2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10148" y="2738300"/>
              <a:ext cx="311930" cy="31193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A64D38-771C-A469-73E1-61CBA9C437C8}"/>
              </a:ext>
            </a:extLst>
          </p:cNvPr>
          <p:cNvGrpSpPr/>
          <p:nvPr/>
        </p:nvGrpSpPr>
        <p:grpSpPr>
          <a:xfrm>
            <a:off x="5815012" y="5959228"/>
            <a:ext cx="1944287" cy="600848"/>
            <a:chOff x="5815012" y="5959228"/>
            <a:chExt cx="1944287" cy="600848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7A82E1FA-CCFB-2CBF-7C34-738F3CAC25FD}"/>
                </a:ext>
              </a:extLst>
            </p:cNvPr>
            <p:cNvSpPr/>
            <p:nvPr/>
          </p:nvSpPr>
          <p:spPr>
            <a:xfrm>
              <a:off x="5815012" y="5959228"/>
              <a:ext cx="1835729" cy="60084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556CA57-5932-C047-FA8B-FDA503CB91C5}"/>
                </a:ext>
              </a:extLst>
            </p:cNvPr>
            <p:cNvSpPr txBox="1"/>
            <p:nvPr/>
          </p:nvSpPr>
          <p:spPr>
            <a:xfrm>
              <a:off x="6145050" y="6074986"/>
              <a:ext cx="1614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Semester</a:t>
              </a:r>
            </a:p>
          </p:txBody>
        </p:sp>
        <p:pic>
          <p:nvPicPr>
            <p:cNvPr id="43" name="Graphic 42" descr="Badge Follow outline">
              <a:extLst>
                <a:ext uri="{FF2B5EF4-FFF2-40B4-BE49-F238E27FC236}">
                  <a16:creationId xmlns:a16="http://schemas.microsoft.com/office/drawing/2014/main" id="{2DFF16AE-3442-9548-527C-5F7BC0839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18848" y="6103687"/>
              <a:ext cx="311930" cy="31193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0067FC8-1490-3F7A-12B8-956E77DD3659}"/>
              </a:ext>
            </a:extLst>
          </p:cNvPr>
          <p:cNvGrpSpPr/>
          <p:nvPr/>
        </p:nvGrpSpPr>
        <p:grpSpPr>
          <a:xfrm>
            <a:off x="4487920" y="2644261"/>
            <a:ext cx="3089985" cy="500008"/>
            <a:chOff x="4487920" y="2644261"/>
            <a:chExt cx="3089985" cy="50000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FE5BF3C-1B68-DDB2-85A2-476E355EF244}"/>
                </a:ext>
              </a:extLst>
            </p:cNvPr>
            <p:cNvGrpSpPr/>
            <p:nvPr/>
          </p:nvGrpSpPr>
          <p:grpSpPr>
            <a:xfrm>
              <a:off x="4902931" y="2644261"/>
              <a:ext cx="2674974" cy="500008"/>
              <a:chOff x="8684356" y="2642178"/>
              <a:chExt cx="2674974" cy="500008"/>
            </a:xfrm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7E77852-9763-2268-6D8D-E23ED0DC99C7}"/>
                  </a:ext>
                </a:extLst>
              </p:cNvPr>
              <p:cNvSpPr/>
              <p:nvPr/>
            </p:nvSpPr>
            <p:spPr>
              <a:xfrm>
                <a:off x="8684356" y="2642178"/>
                <a:ext cx="2674974" cy="500008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561CA-8764-92C3-10DA-00038E3FFEDB}"/>
                  </a:ext>
                </a:extLst>
              </p:cNvPr>
              <p:cNvSpPr txBox="1"/>
              <p:nvPr/>
            </p:nvSpPr>
            <p:spPr>
              <a:xfrm>
                <a:off x="8821880" y="2707516"/>
                <a:ext cx="1055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Course1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E1E055-4D9B-D0A7-B5D2-DAEE00ECD1BF}"/>
                  </a:ext>
                </a:extLst>
              </p:cNvPr>
              <p:cNvSpPr txBox="1"/>
              <p:nvPr/>
            </p:nvSpPr>
            <p:spPr>
              <a:xfrm>
                <a:off x="10609844" y="2707516"/>
                <a:ext cx="5958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##%</a:t>
                </a:r>
              </a:p>
            </p:txBody>
          </p:sp>
        </p:grpSp>
        <p:pic>
          <p:nvPicPr>
            <p:cNvPr id="50" name="Graphic 49" descr="Garbage outline">
              <a:extLst>
                <a:ext uri="{FF2B5EF4-FFF2-40B4-BE49-F238E27FC236}">
                  <a16:creationId xmlns:a16="http://schemas.microsoft.com/office/drawing/2014/main" id="{53B0F95E-536A-1845-5404-876D012F4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7920" y="2710721"/>
              <a:ext cx="354771" cy="367088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9722A65-EE56-790F-578D-0CD18D17B948}"/>
              </a:ext>
            </a:extLst>
          </p:cNvPr>
          <p:cNvGrpSpPr/>
          <p:nvPr/>
        </p:nvGrpSpPr>
        <p:grpSpPr>
          <a:xfrm>
            <a:off x="4487920" y="3231884"/>
            <a:ext cx="3089985" cy="500008"/>
            <a:chOff x="4487920" y="3231884"/>
            <a:chExt cx="3089985" cy="50000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82EC6D9-5A87-243C-3C07-ED208B28BDDD}"/>
                </a:ext>
              </a:extLst>
            </p:cNvPr>
            <p:cNvGrpSpPr/>
            <p:nvPr/>
          </p:nvGrpSpPr>
          <p:grpSpPr>
            <a:xfrm>
              <a:off x="4902931" y="3231884"/>
              <a:ext cx="2674974" cy="500008"/>
              <a:chOff x="8684356" y="2642178"/>
              <a:chExt cx="2674974" cy="500008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58953AC5-082E-1B96-8114-518DF13EE894}"/>
                  </a:ext>
                </a:extLst>
              </p:cNvPr>
              <p:cNvSpPr/>
              <p:nvPr/>
            </p:nvSpPr>
            <p:spPr>
              <a:xfrm>
                <a:off x="8684356" y="2642178"/>
                <a:ext cx="2674974" cy="500008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230288-24FF-367C-2B77-E170F4B144AB}"/>
                  </a:ext>
                </a:extLst>
              </p:cNvPr>
              <p:cNvSpPr txBox="1"/>
              <p:nvPr/>
            </p:nvSpPr>
            <p:spPr>
              <a:xfrm>
                <a:off x="8821880" y="2707516"/>
                <a:ext cx="10555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Course2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CBC6CE-9B84-602A-AE07-166D7B0D63F6}"/>
                  </a:ext>
                </a:extLst>
              </p:cNvPr>
              <p:cNvSpPr txBox="1"/>
              <p:nvPr/>
            </p:nvSpPr>
            <p:spPr>
              <a:xfrm>
                <a:off x="10609844" y="2707516"/>
                <a:ext cx="5958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##%</a:t>
                </a:r>
              </a:p>
            </p:txBody>
          </p:sp>
        </p:grpSp>
        <p:pic>
          <p:nvPicPr>
            <p:cNvPr id="51" name="Graphic 50" descr="Garbage outline">
              <a:extLst>
                <a:ext uri="{FF2B5EF4-FFF2-40B4-BE49-F238E27FC236}">
                  <a16:creationId xmlns:a16="http://schemas.microsoft.com/office/drawing/2014/main" id="{7A176D7C-780D-00BC-EDD4-58F432E3C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87920" y="3298344"/>
              <a:ext cx="354771" cy="367088"/>
            </a:xfrm>
            <a:prstGeom prst="rect">
              <a:avLst/>
            </a:prstGeom>
          </p:spPr>
        </p:pic>
      </p:grpSp>
      <p:pic>
        <p:nvPicPr>
          <p:cNvPr id="18" name="Graphic 17" descr="Caret Right outline">
            <a:extLst>
              <a:ext uri="{FF2B5EF4-FFF2-40B4-BE49-F238E27FC236}">
                <a16:creationId xmlns:a16="http://schemas.microsoft.com/office/drawing/2014/main" id="{C1C584DF-01A4-4278-908A-3D4EBA0260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4524427" y="2128894"/>
            <a:ext cx="500008" cy="5000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9F4E5E-BF5A-75AE-DFB3-D99B702F394A}"/>
              </a:ext>
            </a:extLst>
          </p:cNvPr>
          <p:cNvSpPr txBox="1"/>
          <p:nvPr/>
        </p:nvSpPr>
        <p:spPr>
          <a:xfrm>
            <a:off x="4886911" y="2194232"/>
            <a:ext cx="141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Semester 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5F439D-C3B4-38FF-18DA-DB54AC780ABD}"/>
              </a:ext>
            </a:extLst>
          </p:cNvPr>
          <p:cNvGrpSpPr/>
          <p:nvPr/>
        </p:nvGrpSpPr>
        <p:grpSpPr>
          <a:xfrm>
            <a:off x="7143246" y="2170350"/>
            <a:ext cx="450000" cy="450000"/>
            <a:chOff x="7143246" y="2170350"/>
            <a:chExt cx="450000" cy="45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9D9DAF-1788-FEE5-84A0-DBBE9B3EC667}"/>
                </a:ext>
              </a:extLst>
            </p:cNvPr>
            <p:cNvSpPr/>
            <p:nvPr/>
          </p:nvSpPr>
          <p:spPr>
            <a:xfrm>
              <a:off x="7143246" y="2170350"/>
              <a:ext cx="450000" cy="450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Pencil outline">
              <a:extLst>
                <a:ext uri="{FF2B5EF4-FFF2-40B4-BE49-F238E27FC236}">
                  <a16:creationId xmlns:a16="http://schemas.microsoft.com/office/drawing/2014/main" id="{16956B35-9F21-939D-5B5C-56DB98DB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67560" y="2194232"/>
              <a:ext cx="369332" cy="369332"/>
            </a:xfrm>
            <a:prstGeom prst="rect">
              <a:avLst/>
            </a:prstGeom>
          </p:spPr>
        </p:pic>
      </p:grpSp>
      <p:pic>
        <p:nvPicPr>
          <p:cNvPr id="53" name="Graphic 52" descr="Garbage outline">
            <a:extLst>
              <a:ext uri="{FF2B5EF4-FFF2-40B4-BE49-F238E27FC236}">
                <a16:creationId xmlns:a16="http://schemas.microsoft.com/office/drawing/2014/main" id="{4659674A-3240-29CC-E632-7E5B65774E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85590" y="2193566"/>
            <a:ext cx="354771" cy="367088"/>
          </a:xfrm>
          <a:prstGeom prst="rect">
            <a:avLst/>
          </a:prstGeom>
        </p:spPr>
      </p:pic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317ECFF-987A-4DEF-FAE5-CC5E58AA41B4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261D0C6-0B69-157E-7EBA-52B9BD600F5C}"/>
              </a:ext>
            </a:extLst>
          </p:cNvPr>
          <p:cNvGrpSpPr/>
          <p:nvPr/>
        </p:nvGrpSpPr>
        <p:grpSpPr>
          <a:xfrm>
            <a:off x="4510139" y="3301591"/>
            <a:ext cx="3012465" cy="500008"/>
            <a:chOff x="4524427" y="2128894"/>
            <a:chExt cx="3012465" cy="500008"/>
          </a:xfrm>
        </p:grpSpPr>
        <p:pic>
          <p:nvPicPr>
            <p:cNvPr id="87" name="Graphic 86" descr="Caret Right outline">
              <a:extLst>
                <a:ext uri="{FF2B5EF4-FFF2-40B4-BE49-F238E27FC236}">
                  <a16:creationId xmlns:a16="http://schemas.microsoft.com/office/drawing/2014/main" id="{F794157C-2223-04DC-224D-BB6B43D22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24427" y="2128894"/>
              <a:ext cx="500008" cy="500008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43350CA-1ABC-5E54-B2D9-56AD1562FD53}"/>
                </a:ext>
              </a:extLst>
            </p:cNvPr>
            <p:cNvSpPr txBox="1"/>
            <p:nvPr/>
          </p:nvSpPr>
          <p:spPr>
            <a:xfrm>
              <a:off x="4886911" y="2194232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Semester 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DB646D8-6047-C2A2-721A-0E56C36C32C6}"/>
                </a:ext>
              </a:extLst>
            </p:cNvPr>
            <p:cNvSpPr txBox="1"/>
            <p:nvPr/>
          </p:nvSpPr>
          <p:spPr>
            <a:xfrm>
              <a:off x="6297809" y="2209591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##%</a:t>
              </a:r>
            </a:p>
          </p:txBody>
        </p:sp>
        <p:pic>
          <p:nvPicPr>
            <p:cNvPr id="90" name="Graphic 89" descr="Pencil outline">
              <a:extLst>
                <a:ext uri="{FF2B5EF4-FFF2-40B4-BE49-F238E27FC236}">
                  <a16:creationId xmlns:a16="http://schemas.microsoft.com/office/drawing/2014/main" id="{1CD203B0-9E93-9B96-1763-B81F7DD43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67560" y="2197448"/>
              <a:ext cx="369332" cy="369332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D0B6ED5-AE3D-D174-E0DA-A803BFE9F52C}"/>
              </a:ext>
            </a:extLst>
          </p:cNvPr>
          <p:cNvGrpSpPr/>
          <p:nvPr/>
        </p:nvGrpSpPr>
        <p:grpSpPr>
          <a:xfrm>
            <a:off x="4816312" y="1971329"/>
            <a:ext cx="2657476" cy="3105338"/>
            <a:chOff x="412007" y="2395350"/>
            <a:chExt cx="2657476" cy="3105338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F2E4477C-6C76-3048-A7E1-7A6F72BA13D6}"/>
                </a:ext>
              </a:extLst>
            </p:cNvPr>
            <p:cNvSpPr/>
            <p:nvPr/>
          </p:nvSpPr>
          <p:spPr>
            <a:xfrm>
              <a:off x="412008" y="2395350"/>
              <a:ext cx="2657475" cy="3105338"/>
            </a:xfrm>
            <a:prstGeom prst="roundRect">
              <a:avLst>
                <a:gd name="adj" fmla="val 5729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0B94910-737B-0666-469A-60CD60C7E058}"/>
                </a:ext>
              </a:extLst>
            </p:cNvPr>
            <p:cNvSpPr txBox="1"/>
            <p:nvPr/>
          </p:nvSpPr>
          <p:spPr>
            <a:xfrm>
              <a:off x="412007" y="2395350"/>
              <a:ext cx="1843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Add Course: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8529784-DC47-1CC7-CF26-AEFFF5F7F901}"/>
                </a:ext>
              </a:extLst>
            </p:cNvPr>
            <p:cNvSpPr/>
            <p:nvPr/>
          </p:nvSpPr>
          <p:spPr>
            <a:xfrm>
              <a:off x="603696" y="2993284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Course Name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F87786E-6E85-86B5-0465-F84B7FEE6BAB}"/>
                </a:ext>
              </a:extLst>
            </p:cNvPr>
            <p:cNvSpPr txBox="1"/>
            <p:nvPr/>
          </p:nvSpPr>
          <p:spPr>
            <a:xfrm>
              <a:off x="519164" y="2702031"/>
              <a:ext cx="1843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Name: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C78D93B-3A09-9EBF-3BB0-25FAFE4B2D78}"/>
                </a:ext>
              </a:extLst>
            </p:cNvPr>
            <p:cNvGrpSpPr/>
            <p:nvPr/>
          </p:nvGrpSpPr>
          <p:grpSpPr>
            <a:xfrm>
              <a:off x="519164" y="4847084"/>
              <a:ext cx="1117761" cy="485090"/>
              <a:chOff x="5815012" y="5959228"/>
              <a:chExt cx="1117761" cy="485090"/>
            </a:xfrm>
          </p:grpSpPr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C5A50EFE-2921-8722-6F9D-33569E3B79C1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361E2BD-27F6-9EE0-4A75-234465AF422B}"/>
                  </a:ext>
                </a:extLst>
              </p:cNvPr>
              <p:cNvSpPr txBox="1"/>
              <p:nvPr/>
            </p:nvSpPr>
            <p:spPr>
              <a:xfrm>
                <a:off x="5929312" y="6017107"/>
                <a:ext cx="889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Cancel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9AD49B0-B059-ADC7-47D4-2D0DC10B2B19}"/>
                </a:ext>
              </a:extLst>
            </p:cNvPr>
            <p:cNvGrpSpPr/>
            <p:nvPr/>
          </p:nvGrpSpPr>
          <p:grpSpPr>
            <a:xfrm>
              <a:off x="1740745" y="4847084"/>
              <a:ext cx="1117761" cy="485090"/>
              <a:chOff x="5815012" y="5959228"/>
              <a:chExt cx="1117761" cy="485090"/>
            </a:xfrm>
          </p:grpSpPr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1ED2A600-6946-5AD2-8A92-EAA1422B304B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AF3CF7-C22C-B6F0-8FB3-F383951DC6AC}"/>
                  </a:ext>
                </a:extLst>
              </p:cNvPr>
              <p:cNvSpPr txBox="1"/>
              <p:nvPr/>
            </p:nvSpPr>
            <p:spPr>
              <a:xfrm>
                <a:off x="5941218" y="6017107"/>
                <a:ext cx="865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Create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60CF8DE-A418-9B6F-02F4-6C0CF3353FB0}"/>
                </a:ext>
              </a:extLst>
            </p:cNvPr>
            <p:cNvSpPr/>
            <p:nvPr/>
          </p:nvSpPr>
          <p:spPr>
            <a:xfrm>
              <a:off x="603696" y="3662043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Course Weight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AE3A3B8-ED6F-3FB2-A99D-7AFE900F5213}"/>
                </a:ext>
              </a:extLst>
            </p:cNvPr>
            <p:cNvSpPr txBox="1"/>
            <p:nvPr/>
          </p:nvSpPr>
          <p:spPr>
            <a:xfrm>
              <a:off x="519164" y="3370790"/>
              <a:ext cx="1843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Course Weight: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A201281-F594-1195-52D4-5912D7334B5E}"/>
                </a:ext>
              </a:extLst>
            </p:cNvPr>
            <p:cNvSpPr/>
            <p:nvPr/>
          </p:nvSpPr>
          <p:spPr>
            <a:xfrm>
              <a:off x="615008" y="4342238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Grade (optional)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09A70-C9FD-3A52-2B9B-145AF6A8404F}"/>
                </a:ext>
              </a:extLst>
            </p:cNvPr>
            <p:cNvSpPr txBox="1"/>
            <p:nvPr/>
          </p:nvSpPr>
          <p:spPr>
            <a:xfrm>
              <a:off x="530476" y="4050985"/>
              <a:ext cx="22018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Final Grade: (optional)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C0BC5F01-94E0-F452-B3DB-87CD390E4E24}"/>
              </a:ext>
            </a:extLst>
          </p:cNvPr>
          <p:cNvSpPr/>
          <p:nvPr/>
        </p:nvSpPr>
        <p:spPr>
          <a:xfrm>
            <a:off x="5019313" y="2569263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Course 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83C0474-3969-89CC-95CF-5FE42E4C8C42}"/>
              </a:ext>
            </a:extLst>
          </p:cNvPr>
          <p:cNvSpPr/>
          <p:nvPr/>
        </p:nvSpPr>
        <p:spPr>
          <a:xfrm>
            <a:off x="5019313" y="3238022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0.5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4437F77-CCC0-5A0C-1285-7EDDA2BED7C4}"/>
              </a:ext>
            </a:extLst>
          </p:cNvPr>
          <p:cNvGrpSpPr/>
          <p:nvPr/>
        </p:nvGrpSpPr>
        <p:grpSpPr>
          <a:xfrm>
            <a:off x="6146683" y="4410325"/>
            <a:ext cx="1117761" cy="485090"/>
            <a:chOff x="1853708" y="4524180"/>
            <a:chExt cx="1117761" cy="485090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73AA0C5C-E591-C379-02D4-A89B1A61213D}"/>
                </a:ext>
              </a:extLst>
            </p:cNvPr>
            <p:cNvSpPr/>
            <p:nvPr/>
          </p:nvSpPr>
          <p:spPr>
            <a:xfrm>
              <a:off x="1853708" y="4524180"/>
              <a:ext cx="1117761" cy="48509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FC1808E-14B8-1DCD-20D2-209916C480D0}"/>
                </a:ext>
              </a:extLst>
            </p:cNvPr>
            <p:cNvSpPr txBox="1"/>
            <p:nvPr/>
          </p:nvSpPr>
          <p:spPr>
            <a:xfrm>
              <a:off x="1979914" y="4582059"/>
              <a:ext cx="865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Create</a:t>
              </a: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42CDC9DA-ED32-8C45-26DA-17CBDCC7B568}"/>
              </a:ext>
            </a:extLst>
          </p:cNvPr>
          <p:cNvSpPr/>
          <p:nvPr/>
        </p:nvSpPr>
        <p:spPr>
          <a:xfrm>
            <a:off x="5019313" y="2569263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Course 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285E5F7-2B71-9615-A7FB-BEAB0E06252E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4082761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0"/>
    </mc:Choice>
    <mc:Fallback>
      <p:transition spd="slow" advClick="0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6" presetClass="emph" presetSubtype="0" autoRev="1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3" dur="2000" fill="hold"/>
                                        <p:tgtEl>
                                          <p:spTgt spid="7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500"/>
                            </p:stCondLst>
                            <p:childTnLst>
                              <p:par>
                                <p:cTn id="25" presetID="53" presetClass="exit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0"/>
                            </p:stCondLst>
                            <p:childTnLst>
                              <p:par>
                                <p:cTn id="3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-0.00065 0.08565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428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07407E-6 L -0.00013 0.0875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4375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500"/>
                            </p:stCondLst>
                            <p:childTnLst>
                              <p:par>
                                <p:cTn id="59" presetID="10" presetClass="entr" presetSubtype="0" fill="hold" grpId="2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8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500"/>
                            </p:stCondLst>
                            <p:childTnLst>
                              <p:par>
                                <p:cTn id="66" presetID="6" presetClass="emph" presetSubtype="0" autoRev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67" dur="2000" fill="hold"/>
                                        <p:tgtEl>
                                          <p:spTgt spid="7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500"/>
                            </p:stCondLst>
                            <p:childTnLst>
                              <p:par>
                                <p:cTn id="69" presetID="53" presetClass="exit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500"/>
                            </p:stCondLst>
                            <p:childTnLst>
                              <p:par>
                                <p:cTn id="8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8565 L -0.00065 0.17292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4259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875 L 0.0013 0.15834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69" grpId="1" animBg="1"/>
      <p:bldP spid="70" grpId="0" animBg="1"/>
      <p:bldP spid="70" grpId="1" animBg="1"/>
      <p:bldP spid="70" grpId="2" animBg="1"/>
      <p:bldP spid="70" grpId="3" animBg="1"/>
      <p:bldP spid="80" grpId="0" animBg="1"/>
      <p:bldP spid="8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Grade Tracker</a:t>
            </a:r>
          </a:p>
        </p:txBody>
      </p:sp>
      <p:pic>
        <p:nvPicPr>
          <p:cNvPr id="13" name="Graphic 12" descr="Hamburger Menu Icon with solid fill">
            <a:extLst>
              <a:ext uri="{FF2B5EF4-FFF2-40B4-BE49-F238E27FC236}">
                <a16:creationId xmlns:a16="http://schemas.microsoft.com/office/drawing/2014/main" id="{58E7BCDA-4032-0C2C-2511-85AD5309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288" y="490418"/>
            <a:ext cx="551260" cy="551260"/>
          </a:xfrm>
          <a:prstGeom prst="rect">
            <a:avLst/>
          </a:prstGeom>
        </p:spPr>
      </p:pic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4569021" y="1356837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Overall: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###%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44643A-2A5C-833B-04D6-569A78EF6AF4}"/>
              </a:ext>
            </a:extLst>
          </p:cNvPr>
          <p:cNvGrpSpPr/>
          <p:nvPr/>
        </p:nvGrpSpPr>
        <p:grpSpPr>
          <a:xfrm>
            <a:off x="4524427" y="2128894"/>
            <a:ext cx="3012465" cy="500008"/>
            <a:chOff x="4524427" y="2128894"/>
            <a:chExt cx="3012465" cy="500008"/>
          </a:xfrm>
        </p:grpSpPr>
        <p:pic>
          <p:nvPicPr>
            <p:cNvPr id="18" name="Graphic 17" descr="Caret Right outline">
              <a:extLst>
                <a:ext uri="{FF2B5EF4-FFF2-40B4-BE49-F238E27FC236}">
                  <a16:creationId xmlns:a16="http://schemas.microsoft.com/office/drawing/2014/main" id="{C1C584DF-01A4-4278-908A-3D4EBA026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>
              <a:off x="4524427" y="2128894"/>
              <a:ext cx="500008" cy="50000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9F4E5E-BF5A-75AE-DFB3-D99B702F394A}"/>
                </a:ext>
              </a:extLst>
            </p:cNvPr>
            <p:cNvSpPr txBox="1"/>
            <p:nvPr/>
          </p:nvSpPr>
          <p:spPr>
            <a:xfrm>
              <a:off x="4886911" y="2194232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Semester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E31EEA0-405E-5FBB-34FA-975C1D1B5E19}"/>
                </a:ext>
              </a:extLst>
            </p:cNvPr>
            <p:cNvSpPr txBox="1"/>
            <p:nvPr/>
          </p:nvSpPr>
          <p:spPr>
            <a:xfrm>
              <a:off x="6297809" y="2194232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##%</a:t>
              </a:r>
            </a:p>
          </p:txBody>
        </p:sp>
        <p:pic>
          <p:nvPicPr>
            <p:cNvPr id="22" name="Graphic 21" descr="Pencil outline">
              <a:extLst>
                <a:ext uri="{FF2B5EF4-FFF2-40B4-BE49-F238E27FC236}">
                  <a16:creationId xmlns:a16="http://schemas.microsoft.com/office/drawing/2014/main" id="{16956B35-9F21-939D-5B5C-56DB98DB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7560" y="2194232"/>
              <a:ext cx="369332" cy="369332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D6A5772-4EE7-802B-3BB7-12FDCD021878}"/>
              </a:ext>
            </a:extLst>
          </p:cNvPr>
          <p:cNvGrpSpPr/>
          <p:nvPr/>
        </p:nvGrpSpPr>
        <p:grpSpPr>
          <a:xfrm>
            <a:off x="4540447" y="4506478"/>
            <a:ext cx="3012465" cy="500008"/>
            <a:chOff x="4540447" y="4435033"/>
            <a:chExt cx="3012465" cy="500008"/>
          </a:xfrm>
        </p:grpSpPr>
        <p:pic>
          <p:nvPicPr>
            <p:cNvPr id="25" name="Graphic 24" descr="Caret Right outline">
              <a:extLst>
                <a:ext uri="{FF2B5EF4-FFF2-40B4-BE49-F238E27FC236}">
                  <a16:creationId xmlns:a16="http://schemas.microsoft.com/office/drawing/2014/main" id="{6A4FBD25-8547-6DB1-5975-8A3A1CA4B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40447" y="4435033"/>
              <a:ext cx="500008" cy="5000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C7FFFC-13BB-A46B-688D-991FDE1F8488}"/>
                </a:ext>
              </a:extLst>
            </p:cNvPr>
            <p:cNvSpPr txBox="1"/>
            <p:nvPr/>
          </p:nvSpPr>
          <p:spPr>
            <a:xfrm>
              <a:off x="4902931" y="4500371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Semester 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00B7C3-DFFC-AD1A-1305-63A986C3B790}"/>
                </a:ext>
              </a:extLst>
            </p:cNvPr>
            <p:cNvSpPr txBox="1"/>
            <p:nvPr/>
          </p:nvSpPr>
          <p:spPr>
            <a:xfrm>
              <a:off x="6313829" y="4515730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##%</a:t>
              </a:r>
            </a:p>
          </p:txBody>
        </p:sp>
        <p:pic>
          <p:nvPicPr>
            <p:cNvPr id="28" name="Graphic 27" descr="Pencil outline">
              <a:extLst>
                <a:ext uri="{FF2B5EF4-FFF2-40B4-BE49-F238E27FC236}">
                  <a16:creationId xmlns:a16="http://schemas.microsoft.com/office/drawing/2014/main" id="{EE896E22-4354-0E8F-1327-AE2E99725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83580" y="4503587"/>
              <a:ext cx="369332" cy="369332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E5BF3C-1B68-DDB2-85A2-476E355EF244}"/>
              </a:ext>
            </a:extLst>
          </p:cNvPr>
          <p:cNvGrpSpPr/>
          <p:nvPr/>
        </p:nvGrpSpPr>
        <p:grpSpPr>
          <a:xfrm>
            <a:off x="4902931" y="2644261"/>
            <a:ext cx="2674974" cy="500008"/>
            <a:chOff x="8684356" y="2642178"/>
            <a:chExt cx="2674974" cy="50000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E77852-9763-2268-6D8D-E23ED0DC99C7}"/>
                </a:ext>
              </a:extLst>
            </p:cNvPr>
            <p:cNvSpPr/>
            <p:nvPr/>
          </p:nvSpPr>
          <p:spPr>
            <a:xfrm>
              <a:off x="8684356" y="2642178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C561CA-8764-92C3-10DA-00038E3FFEDB}"/>
                </a:ext>
              </a:extLst>
            </p:cNvPr>
            <p:cNvSpPr txBox="1"/>
            <p:nvPr/>
          </p:nvSpPr>
          <p:spPr>
            <a:xfrm>
              <a:off x="8821880" y="2707516"/>
              <a:ext cx="1055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Course1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E1E055-4D9B-D0A7-B5D2-DAEE00ECD1BF}"/>
                </a:ext>
              </a:extLst>
            </p:cNvPr>
            <p:cNvSpPr txBox="1"/>
            <p:nvPr/>
          </p:nvSpPr>
          <p:spPr>
            <a:xfrm>
              <a:off x="10609844" y="2707516"/>
              <a:ext cx="595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##%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2EC6D9-5A87-243C-3C07-ED208B28BDDD}"/>
              </a:ext>
            </a:extLst>
          </p:cNvPr>
          <p:cNvGrpSpPr/>
          <p:nvPr/>
        </p:nvGrpSpPr>
        <p:grpSpPr>
          <a:xfrm>
            <a:off x="4902931" y="3231884"/>
            <a:ext cx="2674974" cy="500008"/>
            <a:chOff x="8684356" y="2642178"/>
            <a:chExt cx="2674974" cy="500008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8953AC5-082E-1B96-8114-518DF13EE894}"/>
                </a:ext>
              </a:extLst>
            </p:cNvPr>
            <p:cNvSpPr/>
            <p:nvPr/>
          </p:nvSpPr>
          <p:spPr>
            <a:xfrm>
              <a:off x="8684356" y="2642178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230288-24FF-367C-2B77-E170F4B144AB}"/>
                </a:ext>
              </a:extLst>
            </p:cNvPr>
            <p:cNvSpPr txBox="1"/>
            <p:nvPr/>
          </p:nvSpPr>
          <p:spPr>
            <a:xfrm>
              <a:off x="8821880" y="2707516"/>
              <a:ext cx="1055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Course2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CBC6CE-9B84-602A-AE07-166D7B0D63F6}"/>
                </a:ext>
              </a:extLst>
            </p:cNvPr>
            <p:cNvSpPr txBox="1"/>
            <p:nvPr/>
          </p:nvSpPr>
          <p:spPr>
            <a:xfrm>
              <a:off x="10609844" y="2707516"/>
              <a:ext cx="595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##%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A64D38-771C-A469-73E1-61CBA9C437C8}"/>
              </a:ext>
            </a:extLst>
          </p:cNvPr>
          <p:cNvGrpSpPr/>
          <p:nvPr/>
        </p:nvGrpSpPr>
        <p:grpSpPr>
          <a:xfrm>
            <a:off x="5815012" y="5959228"/>
            <a:ext cx="1944287" cy="600848"/>
            <a:chOff x="5815012" y="5959228"/>
            <a:chExt cx="1944287" cy="600848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7A82E1FA-CCFB-2CBF-7C34-738F3CAC25FD}"/>
                </a:ext>
              </a:extLst>
            </p:cNvPr>
            <p:cNvSpPr/>
            <p:nvPr/>
          </p:nvSpPr>
          <p:spPr>
            <a:xfrm>
              <a:off x="5815012" y="5959228"/>
              <a:ext cx="1835729" cy="600848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556CA57-5932-C047-FA8B-FDA503CB91C5}"/>
                </a:ext>
              </a:extLst>
            </p:cNvPr>
            <p:cNvSpPr txBox="1"/>
            <p:nvPr/>
          </p:nvSpPr>
          <p:spPr>
            <a:xfrm>
              <a:off x="6145050" y="6074986"/>
              <a:ext cx="1614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Semester</a:t>
              </a:r>
            </a:p>
          </p:txBody>
        </p:sp>
        <p:pic>
          <p:nvPicPr>
            <p:cNvPr id="43" name="Graphic 42" descr="Badge Follow outline">
              <a:extLst>
                <a:ext uri="{FF2B5EF4-FFF2-40B4-BE49-F238E27FC236}">
                  <a16:creationId xmlns:a16="http://schemas.microsoft.com/office/drawing/2014/main" id="{2DFF16AE-3442-9548-527C-5F7BC0839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18848" y="6103687"/>
              <a:ext cx="311930" cy="311930"/>
            </a:xfrm>
            <a:prstGeom prst="rect">
              <a:avLst/>
            </a:prstGeom>
          </p:spPr>
        </p:pic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317ECFF-987A-4DEF-FAE5-CC5E58AA41B4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8E160CC-F475-F06F-888E-986F9C4AD55C}"/>
              </a:ext>
            </a:extLst>
          </p:cNvPr>
          <p:cNvGrpSpPr/>
          <p:nvPr/>
        </p:nvGrpSpPr>
        <p:grpSpPr>
          <a:xfrm>
            <a:off x="7143246" y="2170350"/>
            <a:ext cx="450000" cy="450000"/>
            <a:chOff x="7143246" y="2170350"/>
            <a:chExt cx="450000" cy="450000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682ACA0-5D7F-6E8A-94A8-C564BB9784D5}"/>
                </a:ext>
              </a:extLst>
            </p:cNvPr>
            <p:cNvSpPr/>
            <p:nvPr/>
          </p:nvSpPr>
          <p:spPr>
            <a:xfrm>
              <a:off x="7143246" y="2170350"/>
              <a:ext cx="450000" cy="45000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Graphic 104" descr="Pencil outline">
              <a:extLst>
                <a:ext uri="{FF2B5EF4-FFF2-40B4-BE49-F238E27FC236}">
                  <a16:creationId xmlns:a16="http://schemas.microsoft.com/office/drawing/2014/main" id="{1BC5695B-7B48-FC3C-5216-96C72F043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7560" y="2194232"/>
              <a:ext cx="369332" cy="369332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0A42D0B-8448-7EFF-B7DA-8E46F421996D}"/>
              </a:ext>
            </a:extLst>
          </p:cNvPr>
          <p:cNvGrpSpPr/>
          <p:nvPr/>
        </p:nvGrpSpPr>
        <p:grpSpPr>
          <a:xfrm>
            <a:off x="4902931" y="3849222"/>
            <a:ext cx="2674974" cy="500008"/>
            <a:chOff x="4902931" y="2644261"/>
            <a:chExt cx="2674974" cy="500008"/>
          </a:xfrm>
        </p:grpSpPr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126BF4D1-150A-B618-2939-2A136BE7447A}"/>
                </a:ext>
              </a:extLst>
            </p:cNvPr>
            <p:cNvSpPr/>
            <p:nvPr/>
          </p:nvSpPr>
          <p:spPr>
            <a:xfrm>
              <a:off x="4902931" y="2644261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AFB66F3-726F-157B-93BF-CA60B81D8502}"/>
                </a:ext>
              </a:extLst>
            </p:cNvPr>
            <p:cNvSpPr txBox="1"/>
            <p:nvPr/>
          </p:nvSpPr>
          <p:spPr>
            <a:xfrm>
              <a:off x="5322078" y="2709599"/>
              <a:ext cx="1413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Course</a:t>
              </a:r>
            </a:p>
          </p:txBody>
        </p:sp>
        <p:pic>
          <p:nvPicPr>
            <p:cNvPr id="109" name="Graphic 108" descr="Badge Follow outline">
              <a:extLst>
                <a:ext uri="{FF2B5EF4-FFF2-40B4-BE49-F238E27FC236}">
                  <a16:creationId xmlns:a16="http://schemas.microsoft.com/office/drawing/2014/main" id="{86B37348-D48E-CD41-6170-7B34BE3F6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10148" y="2738300"/>
              <a:ext cx="311930" cy="311930"/>
            </a:xfrm>
            <a:prstGeom prst="rect">
              <a:avLst/>
            </a:prstGeom>
          </p:spPr>
        </p:pic>
      </p:grpSp>
      <p:pic>
        <p:nvPicPr>
          <p:cNvPr id="112" name="Graphic 111" descr="Garbage outline">
            <a:extLst>
              <a:ext uri="{FF2B5EF4-FFF2-40B4-BE49-F238E27FC236}">
                <a16:creationId xmlns:a16="http://schemas.microsoft.com/office/drawing/2014/main" id="{4EF9AB77-3EE8-F39E-0F78-B6CB157AE1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7920" y="2710721"/>
            <a:ext cx="354771" cy="367088"/>
          </a:xfrm>
          <a:prstGeom prst="rect">
            <a:avLst/>
          </a:prstGeom>
        </p:spPr>
      </p:pic>
      <p:pic>
        <p:nvPicPr>
          <p:cNvPr id="116" name="Graphic 115" descr="Garbage outline">
            <a:extLst>
              <a:ext uri="{FF2B5EF4-FFF2-40B4-BE49-F238E27FC236}">
                <a16:creationId xmlns:a16="http://schemas.microsoft.com/office/drawing/2014/main" id="{5B4D8C2D-3D86-85F3-862C-D01BBB93C8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79398" y="3305462"/>
            <a:ext cx="354771" cy="36708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F74FCECB-C27E-04CD-283D-5A274E1680DA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402904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2500">
        <p:fade/>
      </p:transition>
    </mc:Choice>
    <mc:Fallback>
      <p:transition spd="med" advClick="0" advTm="2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48148E-6 L 0.00092 -0.0965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483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6" presetClass="emph" presetSubtype="0" autoRev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Course1</a:t>
            </a:r>
          </a:p>
        </p:txBody>
      </p:sp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5347686" y="1741528"/>
            <a:ext cx="1496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---%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Pencil outline">
            <a:extLst>
              <a:ext uri="{FF2B5EF4-FFF2-40B4-BE49-F238E27FC236}">
                <a16:creationId xmlns:a16="http://schemas.microsoft.com/office/drawing/2014/main" id="{FED73AEC-02F6-6C73-EE66-A1EFBA178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6011" y="593112"/>
            <a:ext cx="369332" cy="3693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1DCE3F-59D4-1822-C0C3-CEDA57782747}"/>
              </a:ext>
            </a:extLst>
          </p:cNvPr>
          <p:cNvSpPr txBox="1"/>
          <p:nvPr/>
        </p:nvSpPr>
        <p:spPr>
          <a:xfrm>
            <a:off x="6841351" y="1674235"/>
            <a:ext cx="1009599" cy="250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endParaRPr lang="en-US" sz="10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24DE1-AD34-D509-03AE-EE76418DBC3E}"/>
              </a:ext>
            </a:extLst>
          </p:cNvPr>
          <p:cNvSpPr txBox="1"/>
          <p:nvPr/>
        </p:nvSpPr>
        <p:spPr>
          <a:xfrm>
            <a:off x="4586288" y="2470762"/>
            <a:ext cx="164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Assessments: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90B29B3-49E3-B3E3-4209-6D13CAC89FE4}"/>
              </a:ext>
            </a:extLst>
          </p:cNvPr>
          <p:cNvGrpSpPr/>
          <p:nvPr/>
        </p:nvGrpSpPr>
        <p:grpSpPr>
          <a:xfrm>
            <a:off x="4586288" y="3051378"/>
            <a:ext cx="2926568" cy="2960639"/>
            <a:chOff x="4586287" y="5281989"/>
            <a:chExt cx="2926568" cy="296063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457D005-1B4E-D241-42CC-B12404A119DC}"/>
                </a:ext>
              </a:extLst>
            </p:cNvPr>
            <p:cNvSpPr txBox="1"/>
            <p:nvPr/>
          </p:nvSpPr>
          <p:spPr>
            <a:xfrm>
              <a:off x="4586287" y="5281989"/>
              <a:ext cx="2028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>
                  <a:latin typeface="Arial" panose="020B0604020202020204" pitchFamily="34" charset="0"/>
                  <a:cs typeface="Arial" panose="020B0604020202020204" pitchFamily="34" charset="0"/>
                </a:rPr>
                <a:t>What Do I Need?: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6E6A2C4-3B75-32B1-FBA7-DC980F75C464}"/>
                </a:ext>
              </a:extLst>
            </p:cNvPr>
            <p:cNvGrpSpPr/>
            <p:nvPr/>
          </p:nvGrpSpPr>
          <p:grpSpPr>
            <a:xfrm>
              <a:off x="4650526" y="5689997"/>
              <a:ext cx="2821862" cy="1100486"/>
              <a:chOff x="4650526" y="5689997"/>
              <a:chExt cx="2821862" cy="110048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320D59B-22CB-12D1-32B7-3EBDC634985F}"/>
                  </a:ext>
                </a:extLst>
              </p:cNvPr>
              <p:cNvSpPr txBox="1"/>
              <p:nvPr/>
            </p:nvSpPr>
            <p:spPr>
              <a:xfrm>
                <a:off x="4650526" y="5689997"/>
                <a:ext cx="2821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Average on remaining to get</a:t>
                </a: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140BF164-FEDD-1D10-EE0A-660C0377EBD5}"/>
                  </a:ext>
                </a:extLst>
              </p:cNvPr>
              <p:cNvSpPr/>
              <p:nvPr/>
            </p:nvSpPr>
            <p:spPr>
              <a:xfrm>
                <a:off x="4750541" y="6016679"/>
                <a:ext cx="833488" cy="367197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 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## </a:t>
                </a:r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%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72A28F-1BCB-4173-DB3F-4F328914CE4C}"/>
                  </a:ext>
                </a:extLst>
              </p:cNvPr>
              <p:cNvSpPr txBox="1"/>
              <p:nvPr/>
            </p:nvSpPr>
            <p:spPr>
              <a:xfrm>
                <a:off x="5575848" y="6014544"/>
                <a:ext cx="9821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overall.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1128221-A0A7-6935-E50E-E7541A5B0D68}"/>
                  </a:ext>
                </a:extLst>
              </p:cNvPr>
              <p:cNvGrpSpPr/>
              <p:nvPr/>
            </p:nvGrpSpPr>
            <p:grpSpPr>
              <a:xfrm>
                <a:off x="5320195" y="6390373"/>
                <a:ext cx="1869463" cy="400110"/>
                <a:chOff x="5320195" y="6390373"/>
                <a:chExt cx="1869463" cy="400110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F83FEAA-72C9-3BC9-297B-46E84AB61C32}"/>
                    </a:ext>
                  </a:extLst>
                </p:cNvPr>
                <p:cNvSpPr txBox="1"/>
                <p:nvPr/>
              </p:nvSpPr>
              <p:spPr>
                <a:xfrm>
                  <a:off x="6046658" y="6390373"/>
                  <a:ext cx="1143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2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###%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C5CAA91-17B6-7098-E49E-78A0F1FBA549}"/>
                    </a:ext>
                  </a:extLst>
                </p:cNvPr>
                <p:cNvSpPr txBox="1"/>
                <p:nvPr/>
              </p:nvSpPr>
              <p:spPr>
                <a:xfrm>
                  <a:off x="5320195" y="6405762"/>
                  <a:ext cx="982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Need:</a:t>
                  </a:r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46DA74D-4A9C-AEE2-BABF-8DD3EE0FFD35}"/>
                </a:ext>
              </a:extLst>
            </p:cNvPr>
            <p:cNvGrpSpPr/>
            <p:nvPr/>
          </p:nvGrpSpPr>
          <p:grpSpPr>
            <a:xfrm>
              <a:off x="4650526" y="7140848"/>
              <a:ext cx="2862329" cy="1101780"/>
              <a:chOff x="4650526" y="5688703"/>
              <a:chExt cx="2862329" cy="1101780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4B8F6B-0658-E39F-D9EF-49702CE20AB2}"/>
                  </a:ext>
                </a:extLst>
              </p:cNvPr>
              <p:cNvSpPr txBox="1"/>
              <p:nvPr/>
            </p:nvSpPr>
            <p:spPr>
              <a:xfrm>
                <a:off x="4650526" y="5688703"/>
                <a:ext cx="218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Overall grade if I get</a:t>
                </a:r>
              </a:p>
            </p:txBody>
          </p: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FD1D6483-8550-DA5E-1AD4-906707A234EA}"/>
                  </a:ext>
                </a:extLst>
              </p:cNvPr>
              <p:cNvSpPr/>
              <p:nvPr/>
            </p:nvSpPr>
            <p:spPr>
              <a:xfrm>
                <a:off x="6679367" y="5689771"/>
                <a:ext cx="833488" cy="367197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 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## </a:t>
                </a:r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%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D7A783-FECF-CF5F-FF61-C5A8BBCA94B9}"/>
                  </a:ext>
                </a:extLst>
              </p:cNvPr>
              <p:cNvSpPr txBox="1"/>
              <p:nvPr/>
            </p:nvSpPr>
            <p:spPr>
              <a:xfrm>
                <a:off x="4654032" y="6044365"/>
                <a:ext cx="1816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on remaining.</a:t>
                </a: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2A28BB93-16AC-6045-AF13-6B4BE3FE01DB}"/>
                  </a:ext>
                </a:extLst>
              </p:cNvPr>
              <p:cNvGrpSpPr/>
              <p:nvPr/>
            </p:nvGrpSpPr>
            <p:grpSpPr>
              <a:xfrm>
                <a:off x="5320195" y="6390373"/>
                <a:ext cx="1869463" cy="400110"/>
                <a:chOff x="5320195" y="6390373"/>
                <a:chExt cx="1869463" cy="400110"/>
              </a:xfrm>
            </p:grpSpPr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FC6B6C7-BDF7-F6AB-5894-0E2245CA124E}"/>
                    </a:ext>
                  </a:extLst>
                </p:cNvPr>
                <p:cNvSpPr txBox="1"/>
                <p:nvPr/>
              </p:nvSpPr>
              <p:spPr>
                <a:xfrm>
                  <a:off x="6046658" y="6390373"/>
                  <a:ext cx="1143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2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###%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88666E2-81ED-10EE-A84D-09511A8D6CBE}"/>
                    </a:ext>
                  </a:extLst>
                </p:cNvPr>
                <p:cNvSpPr txBox="1"/>
                <p:nvPr/>
              </p:nvSpPr>
              <p:spPr>
                <a:xfrm>
                  <a:off x="5320195" y="6405762"/>
                  <a:ext cx="982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Need:</a:t>
                  </a:r>
                </a:p>
              </p:txBody>
            </p:sp>
          </p:grp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90BF19B-3BDB-E9C2-BDFA-1EE4DD7D1552}"/>
              </a:ext>
            </a:extLst>
          </p:cNvPr>
          <p:cNvGrpSpPr/>
          <p:nvPr/>
        </p:nvGrpSpPr>
        <p:grpSpPr>
          <a:xfrm>
            <a:off x="7141599" y="570071"/>
            <a:ext cx="450000" cy="450000"/>
            <a:chOff x="7141599" y="570071"/>
            <a:chExt cx="450000" cy="450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9867AA3-8907-3042-A0DE-AC03309BCE4E}"/>
                </a:ext>
              </a:extLst>
            </p:cNvPr>
            <p:cNvSpPr/>
            <p:nvPr/>
          </p:nvSpPr>
          <p:spPr>
            <a:xfrm>
              <a:off x="7141599" y="570071"/>
              <a:ext cx="450000" cy="45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Graphic 71" descr="Pencil outline">
              <a:extLst>
                <a:ext uri="{FF2B5EF4-FFF2-40B4-BE49-F238E27FC236}">
                  <a16:creationId xmlns:a16="http://schemas.microsoft.com/office/drawing/2014/main" id="{E83BC127-3608-8B3C-3CF9-9AD88D0F8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76011" y="593112"/>
              <a:ext cx="369332" cy="369332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4297170-8C91-4BFE-D640-91FEC6265CBA}"/>
              </a:ext>
            </a:extLst>
          </p:cNvPr>
          <p:cNvGrpSpPr/>
          <p:nvPr/>
        </p:nvGrpSpPr>
        <p:grpSpPr>
          <a:xfrm>
            <a:off x="4846738" y="2940144"/>
            <a:ext cx="2674974" cy="500008"/>
            <a:chOff x="4902931" y="2644261"/>
            <a:chExt cx="2674974" cy="500008"/>
          </a:xfrm>
        </p:grpSpPr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A1AC76F5-CCA2-8097-718B-CF48A98F7B1A}"/>
                </a:ext>
              </a:extLst>
            </p:cNvPr>
            <p:cNvSpPr/>
            <p:nvPr/>
          </p:nvSpPr>
          <p:spPr>
            <a:xfrm>
              <a:off x="4902931" y="2644261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58DED4B-0F0E-941E-C5B1-C45E7B58A179}"/>
                </a:ext>
              </a:extLst>
            </p:cNvPr>
            <p:cNvSpPr txBox="1"/>
            <p:nvPr/>
          </p:nvSpPr>
          <p:spPr>
            <a:xfrm>
              <a:off x="5322078" y="2709599"/>
              <a:ext cx="2086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Assessment</a:t>
              </a:r>
            </a:p>
          </p:txBody>
        </p:sp>
        <p:pic>
          <p:nvPicPr>
            <p:cNvPr id="76" name="Graphic 75" descr="Badge Follow outline">
              <a:extLst>
                <a:ext uri="{FF2B5EF4-FFF2-40B4-BE49-F238E27FC236}">
                  <a16:creationId xmlns:a16="http://schemas.microsoft.com/office/drawing/2014/main" id="{2FBFF01E-7B29-BD8B-B6BF-7B44A2A1C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10148" y="2738300"/>
              <a:ext cx="311930" cy="311930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E11DD54-A2A7-892A-38EC-12A14A03AAC8}"/>
              </a:ext>
            </a:extLst>
          </p:cNvPr>
          <p:cNvGrpSpPr/>
          <p:nvPr/>
        </p:nvGrpSpPr>
        <p:grpSpPr>
          <a:xfrm>
            <a:off x="4451725" y="2940144"/>
            <a:ext cx="3069987" cy="500008"/>
            <a:chOff x="5594768" y="2950520"/>
            <a:chExt cx="3069987" cy="500008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0BF14D6-AA2D-1A7F-DC98-09AD2BDE759A}"/>
                </a:ext>
              </a:extLst>
            </p:cNvPr>
            <p:cNvGrpSpPr/>
            <p:nvPr/>
          </p:nvGrpSpPr>
          <p:grpSpPr>
            <a:xfrm>
              <a:off x="5968365" y="2950520"/>
              <a:ext cx="2696390" cy="500008"/>
              <a:chOff x="755537" y="2590090"/>
              <a:chExt cx="2696390" cy="500008"/>
            </a:xfrm>
          </p:grpSpPr>
          <p:sp>
            <p:nvSpPr>
              <p:cNvPr id="104" name="Rounded Rectangle 103">
                <a:extLst>
                  <a:ext uri="{FF2B5EF4-FFF2-40B4-BE49-F238E27FC236}">
                    <a16:creationId xmlns:a16="http://schemas.microsoft.com/office/drawing/2014/main" id="{C154B786-34A3-5E8F-4968-BA6078298443}"/>
                  </a:ext>
                </a:extLst>
              </p:cNvPr>
              <p:cNvSpPr/>
              <p:nvPr/>
            </p:nvSpPr>
            <p:spPr>
              <a:xfrm>
                <a:off x="755537" y="2590090"/>
                <a:ext cx="2674974" cy="500008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E55348F-B3BA-6041-9171-888D0BAD798A}"/>
                  </a:ext>
                </a:extLst>
              </p:cNvPr>
              <p:cNvSpPr txBox="1"/>
              <p:nvPr/>
            </p:nvSpPr>
            <p:spPr>
              <a:xfrm>
                <a:off x="771661" y="2655428"/>
                <a:ext cx="1471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Assessment 1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C6EC92D-0541-DD3C-4271-DC60162CD988}"/>
                  </a:ext>
                </a:extLst>
              </p:cNvPr>
              <p:cNvSpPr txBox="1"/>
              <p:nvPr/>
            </p:nvSpPr>
            <p:spPr>
              <a:xfrm>
                <a:off x="2192402" y="2655428"/>
                <a:ext cx="6444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20%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4B62CCE-0E39-5E45-142C-C8DA0FAF2A32}"/>
                  </a:ext>
                </a:extLst>
              </p:cNvPr>
              <p:cNvSpPr txBox="1"/>
              <p:nvPr/>
            </p:nvSpPr>
            <p:spPr>
              <a:xfrm>
                <a:off x="2744988" y="2655428"/>
                <a:ext cx="706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##%</a:t>
                </a:r>
              </a:p>
            </p:txBody>
          </p:sp>
        </p:grpSp>
        <p:pic>
          <p:nvPicPr>
            <p:cNvPr id="108" name="Graphic 107" descr="Garbage outline">
              <a:extLst>
                <a:ext uri="{FF2B5EF4-FFF2-40B4-BE49-F238E27FC236}">
                  <a16:creationId xmlns:a16="http://schemas.microsoft.com/office/drawing/2014/main" id="{7CA70094-BA87-3113-8CD4-BDAA53092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94768" y="3029308"/>
              <a:ext cx="354771" cy="367088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924BB49-C215-50DD-37D6-4234D787F9E5}"/>
              </a:ext>
            </a:extLst>
          </p:cNvPr>
          <p:cNvGrpSpPr/>
          <p:nvPr/>
        </p:nvGrpSpPr>
        <p:grpSpPr>
          <a:xfrm>
            <a:off x="4782490" y="1889460"/>
            <a:ext cx="2657476" cy="3105338"/>
            <a:chOff x="1091421" y="1741528"/>
            <a:chExt cx="2657476" cy="3105338"/>
          </a:xfrm>
        </p:grpSpPr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07F8492A-1FE6-7FF5-775E-DC0454AA28C0}"/>
                </a:ext>
              </a:extLst>
            </p:cNvPr>
            <p:cNvSpPr/>
            <p:nvPr/>
          </p:nvSpPr>
          <p:spPr>
            <a:xfrm>
              <a:off x="1091422" y="1741528"/>
              <a:ext cx="2657475" cy="3105338"/>
            </a:xfrm>
            <a:prstGeom prst="roundRect">
              <a:avLst>
                <a:gd name="adj" fmla="val 5729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7460891-E1B9-5368-7E58-07272E15272D}"/>
                </a:ext>
              </a:extLst>
            </p:cNvPr>
            <p:cNvSpPr txBox="1"/>
            <p:nvPr/>
          </p:nvSpPr>
          <p:spPr>
            <a:xfrm>
              <a:off x="1091421" y="1741528"/>
              <a:ext cx="1843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Add Assessment: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B82B1B-DB11-8D6D-C3C5-AE2F7B987F13}"/>
                </a:ext>
              </a:extLst>
            </p:cNvPr>
            <p:cNvSpPr/>
            <p:nvPr/>
          </p:nvSpPr>
          <p:spPr>
            <a:xfrm>
              <a:off x="1283110" y="2339462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Assessment Name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67AC657-7254-4CF5-625F-20315AF42E9D}"/>
                </a:ext>
              </a:extLst>
            </p:cNvPr>
            <p:cNvSpPr txBox="1"/>
            <p:nvPr/>
          </p:nvSpPr>
          <p:spPr>
            <a:xfrm>
              <a:off x="1198578" y="2048209"/>
              <a:ext cx="1843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Name: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F6A84F-FC86-3854-B078-98D29A6140B5}"/>
                </a:ext>
              </a:extLst>
            </p:cNvPr>
            <p:cNvGrpSpPr/>
            <p:nvPr/>
          </p:nvGrpSpPr>
          <p:grpSpPr>
            <a:xfrm>
              <a:off x="1198578" y="4193262"/>
              <a:ext cx="1117761" cy="485090"/>
              <a:chOff x="5815012" y="5959228"/>
              <a:chExt cx="1117761" cy="485090"/>
            </a:xfrm>
          </p:grpSpPr>
          <p:sp>
            <p:nvSpPr>
              <p:cNvPr id="90" name="Rounded Rectangle 89">
                <a:extLst>
                  <a:ext uri="{FF2B5EF4-FFF2-40B4-BE49-F238E27FC236}">
                    <a16:creationId xmlns:a16="http://schemas.microsoft.com/office/drawing/2014/main" id="{877A135A-2796-4060-720E-1210D4FC404D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739DB1C-295B-3159-2595-DFED08EC9C20}"/>
                  </a:ext>
                </a:extLst>
              </p:cNvPr>
              <p:cNvSpPr txBox="1"/>
              <p:nvPr/>
            </p:nvSpPr>
            <p:spPr>
              <a:xfrm>
                <a:off x="5929312" y="6017107"/>
                <a:ext cx="889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Cancel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058192F-F4F0-054D-481A-66DCA30A323B}"/>
                </a:ext>
              </a:extLst>
            </p:cNvPr>
            <p:cNvGrpSpPr/>
            <p:nvPr/>
          </p:nvGrpSpPr>
          <p:grpSpPr>
            <a:xfrm>
              <a:off x="2420159" y="4193262"/>
              <a:ext cx="1117761" cy="485090"/>
              <a:chOff x="5815012" y="5959228"/>
              <a:chExt cx="1117761" cy="485090"/>
            </a:xfrm>
          </p:grpSpPr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33569F54-3A18-5D9F-949D-504F4F16B563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CE5F204-DE7F-492E-9C6A-1AF5FA44D9D2}"/>
                  </a:ext>
                </a:extLst>
              </p:cNvPr>
              <p:cNvSpPr txBox="1"/>
              <p:nvPr/>
            </p:nvSpPr>
            <p:spPr>
              <a:xfrm>
                <a:off x="5941218" y="6017107"/>
                <a:ext cx="865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Create</a:t>
                </a: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F0CAA6C-C852-A319-1FA5-ED7141041FD8}"/>
                </a:ext>
              </a:extLst>
            </p:cNvPr>
            <p:cNvSpPr/>
            <p:nvPr/>
          </p:nvSpPr>
          <p:spPr>
            <a:xfrm>
              <a:off x="1283110" y="3008221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Weight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7923799-FA3C-88BE-DEEE-F52705238B60}"/>
                </a:ext>
              </a:extLst>
            </p:cNvPr>
            <p:cNvSpPr txBox="1"/>
            <p:nvPr/>
          </p:nvSpPr>
          <p:spPr>
            <a:xfrm>
              <a:off x="1198578" y="2716968"/>
              <a:ext cx="1843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Weight (%):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A68584C-ABCB-19B5-CFB8-D837C1543DBF}"/>
                </a:ext>
              </a:extLst>
            </p:cNvPr>
            <p:cNvSpPr/>
            <p:nvPr/>
          </p:nvSpPr>
          <p:spPr>
            <a:xfrm>
              <a:off x="1294422" y="3688416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Grade (optional)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367972C-87DC-0333-367E-0AAE9C0F0558}"/>
                </a:ext>
              </a:extLst>
            </p:cNvPr>
            <p:cNvSpPr txBox="1"/>
            <p:nvPr/>
          </p:nvSpPr>
          <p:spPr>
            <a:xfrm>
              <a:off x="1209890" y="3397163"/>
              <a:ext cx="22018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Final Grade: (optional)</a:t>
              </a: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061D66B0-4DDD-FFC4-EE3F-25009748BDE2}"/>
              </a:ext>
            </a:extLst>
          </p:cNvPr>
          <p:cNvSpPr/>
          <p:nvPr/>
        </p:nvSpPr>
        <p:spPr>
          <a:xfrm>
            <a:off x="4985491" y="2487394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Assignment 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8931482-DD39-D644-75F5-C2FCB341EF2A}"/>
              </a:ext>
            </a:extLst>
          </p:cNvPr>
          <p:cNvSpPr/>
          <p:nvPr/>
        </p:nvSpPr>
        <p:spPr>
          <a:xfrm>
            <a:off x="4985491" y="3156153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20.00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8C6068F-71F2-DBB8-AEB3-6E866391C8CF}"/>
              </a:ext>
            </a:extLst>
          </p:cNvPr>
          <p:cNvGrpSpPr/>
          <p:nvPr/>
        </p:nvGrpSpPr>
        <p:grpSpPr>
          <a:xfrm>
            <a:off x="6111228" y="4341194"/>
            <a:ext cx="1117761" cy="485090"/>
            <a:chOff x="5815012" y="5959228"/>
            <a:chExt cx="1117761" cy="485090"/>
          </a:xfrm>
        </p:grpSpPr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6803819A-61D4-47DF-9F79-A8A1349FAD9E}"/>
                </a:ext>
              </a:extLst>
            </p:cNvPr>
            <p:cNvSpPr/>
            <p:nvPr/>
          </p:nvSpPr>
          <p:spPr>
            <a:xfrm>
              <a:off x="5815012" y="5959228"/>
              <a:ext cx="1117761" cy="48509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1F38ACA-F833-542A-CFE6-E8C06C2DC21D}"/>
                </a:ext>
              </a:extLst>
            </p:cNvPr>
            <p:cNvSpPr txBox="1"/>
            <p:nvPr/>
          </p:nvSpPr>
          <p:spPr>
            <a:xfrm>
              <a:off x="5941218" y="6017107"/>
              <a:ext cx="865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Create</a:t>
              </a:r>
            </a:p>
          </p:txBody>
        </p:sp>
      </p:grpSp>
      <p:pic>
        <p:nvPicPr>
          <p:cNvPr id="110" name="Graphic 109" descr="Caret Left with solid fill">
            <a:extLst>
              <a:ext uri="{FF2B5EF4-FFF2-40B4-BE49-F238E27FC236}">
                <a16:creationId xmlns:a16="http://schemas.microsoft.com/office/drawing/2014/main" id="{0E04CFA0-01F5-0759-AA3A-CA16BCD70D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58261" y="538665"/>
            <a:ext cx="521815" cy="521815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2ACF11A7-26C1-585C-73C8-D88C11EA5A5C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4022780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5000">
        <p14:flythrough/>
      </p:transition>
    </mc:Choice>
    <mc:Fallback>
      <p:transition spd="slow" advClick="0" advTm="2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85185E-6 L 0.00092 0.07685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6" presetClass="emph" presetSubtype="0" autoRev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7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000"/>
                            </p:stCondLst>
                            <p:childTnLst>
                              <p:par>
                                <p:cTn id="32" presetID="6" presetClass="emph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99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500"/>
                            </p:stCondLst>
                            <p:childTnLst>
                              <p:par>
                                <p:cTn id="35" presetID="53" presetClass="exit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2 0.07685 L 0.00092 0.15764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1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7037E-6 L 0.00065 0.08889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94" grpId="0" animBg="1"/>
      <p:bldP spid="9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Course1</a:t>
            </a:r>
          </a:p>
        </p:txBody>
      </p:sp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5347686" y="1741528"/>
            <a:ext cx="1496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###%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DCE3F-59D4-1822-C0C3-CEDA57782747}"/>
              </a:ext>
            </a:extLst>
          </p:cNvPr>
          <p:cNvSpPr txBox="1"/>
          <p:nvPr/>
        </p:nvSpPr>
        <p:spPr>
          <a:xfrm>
            <a:off x="6841351" y="1674235"/>
            <a:ext cx="1009599" cy="250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endParaRPr lang="en-US" sz="10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24DE1-AD34-D509-03AE-EE76418DBC3E}"/>
              </a:ext>
            </a:extLst>
          </p:cNvPr>
          <p:cNvSpPr txBox="1"/>
          <p:nvPr/>
        </p:nvSpPr>
        <p:spPr>
          <a:xfrm>
            <a:off x="4586288" y="2470762"/>
            <a:ext cx="164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Assessments: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77E84D-10E2-EFF7-E7C5-6965B62E9CF1}"/>
              </a:ext>
            </a:extLst>
          </p:cNvPr>
          <p:cNvGrpSpPr/>
          <p:nvPr/>
        </p:nvGrpSpPr>
        <p:grpSpPr>
          <a:xfrm>
            <a:off x="4846738" y="4683757"/>
            <a:ext cx="2674974" cy="500008"/>
            <a:chOff x="4902931" y="2644261"/>
            <a:chExt cx="2674974" cy="50000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ACD7894-38D1-A143-DA73-E9665E9D829B}"/>
                </a:ext>
              </a:extLst>
            </p:cNvPr>
            <p:cNvSpPr/>
            <p:nvPr/>
          </p:nvSpPr>
          <p:spPr>
            <a:xfrm>
              <a:off x="4902931" y="2644261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332967-26BB-0AC1-3464-FC384F5B55E1}"/>
                </a:ext>
              </a:extLst>
            </p:cNvPr>
            <p:cNvSpPr txBox="1"/>
            <p:nvPr/>
          </p:nvSpPr>
          <p:spPr>
            <a:xfrm>
              <a:off x="5322078" y="2709599"/>
              <a:ext cx="2086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Add Assessment</a:t>
              </a:r>
            </a:p>
          </p:txBody>
        </p:sp>
        <p:pic>
          <p:nvPicPr>
            <p:cNvPr id="21" name="Graphic 20" descr="Badge Follow outline">
              <a:extLst>
                <a:ext uri="{FF2B5EF4-FFF2-40B4-BE49-F238E27FC236}">
                  <a16:creationId xmlns:a16="http://schemas.microsoft.com/office/drawing/2014/main" id="{99E209C5-8622-2589-04F2-6D3DC8B4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10148" y="2738300"/>
              <a:ext cx="311930" cy="31193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4F1E56-B002-2AC0-AA30-2EAFF20912F8}"/>
              </a:ext>
            </a:extLst>
          </p:cNvPr>
          <p:cNvGrpSpPr/>
          <p:nvPr/>
        </p:nvGrpSpPr>
        <p:grpSpPr>
          <a:xfrm>
            <a:off x="4846738" y="2940144"/>
            <a:ext cx="2696390" cy="500008"/>
            <a:chOff x="755537" y="2590090"/>
            <a:chExt cx="2696390" cy="500008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D4A5EC5-F3BF-3183-E52E-326BB5551BEC}"/>
                </a:ext>
              </a:extLst>
            </p:cNvPr>
            <p:cNvSpPr/>
            <p:nvPr/>
          </p:nvSpPr>
          <p:spPr>
            <a:xfrm>
              <a:off x="755537" y="2590090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A8F149-F40C-1856-400A-BDCBB225D3C4}"/>
                </a:ext>
              </a:extLst>
            </p:cNvPr>
            <p:cNvSpPr txBox="1"/>
            <p:nvPr/>
          </p:nvSpPr>
          <p:spPr>
            <a:xfrm>
              <a:off x="771661" y="2655428"/>
              <a:ext cx="1471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Assessment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17D9E1-5EA5-BBA5-F548-27EBCD06FDA4}"/>
                </a:ext>
              </a:extLst>
            </p:cNvPr>
            <p:cNvSpPr txBox="1"/>
            <p:nvPr/>
          </p:nvSpPr>
          <p:spPr>
            <a:xfrm>
              <a:off x="2192402" y="2655428"/>
              <a:ext cx="644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E31EEA0-405E-5FBB-34FA-975C1D1B5E19}"/>
                </a:ext>
              </a:extLst>
            </p:cNvPr>
            <p:cNvSpPr txBox="1"/>
            <p:nvPr/>
          </p:nvSpPr>
          <p:spPr>
            <a:xfrm>
              <a:off x="2744988" y="2655428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97%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06D9DBD-ED17-C390-A105-F8325BFF9246}"/>
              </a:ext>
            </a:extLst>
          </p:cNvPr>
          <p:cNvGrpSpPr/>
          <p:nvPr/>
        </p:nvGrpSpPr>
        <p:grpSpPr>
          <a:xfrm>
            <a:off x="4846738" y="3521348"/>
            <a:ext cx="2696390" cy="500008"/>
            <a:chOff x="755537" y="2590090"/>
            <a:chExt cx="2696390" cy="500008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F831035-91E7-2E6F-1A2E-FB9B70B54C19}"/>
                </a:ext>
              </a:extLst>
            </p:cNvPr>
            <p:cNvSpPr/>
            <p:nvPr/>
          </p:nvSpPr>
          <p:spPr>
            <a:xfrm>
              <a:off x="755537" y="2590090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C9AA0CC-187A-5834-A68E-1C7CF50B4EC4}"/>
                </a:ext>
              </a:extLst>
            </p:cNvPr>
            <p:cNvSpPr txBox="1"/>
            <p:nvPr/>
          </p:nvSpPr>
          <p:spPr>
            <a:xfrm>
              <a:off x="771661" y="2655428"/>
              <a:ext cx="1471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Assessment 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0A0839-F3E9-7D9F-A5F0-911499113561}"/>
                </a:ext>
              </a:extLst>
            </p:cNvPr>
            <p:cNvSpPr txBox="1"/>
            <p:nvPr/>
          </p:nvSpPr>
          <p:spPr>
            <a:xfrm>
              <a:off x="2192402" y="2655428"/>
              <a:ext cx="644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30%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304805-EC30-CEAC-E282-759E511D6790}"/>
                </a:ext>
              </a:extLst>
            </p:cNvPr>
            <p:cNvSpPr txBox="1"/>
            <p:nvPr/>
          </p:nvSpPr>
          <p:spPr>
            <a:xfrm>
              <a:off x="2744988" y="2655428"/>
              <a:ext cx="7069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68%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B6F496-8F00-00A8-9800-776F34089986}"/>
              </a:ext>
            </a:extLst>
          </p:cNvPr>
          <p:cNvGrpSpPr/>
          <p:nvPr/>
        </p:nvGrpSpPr>
        <p:grpSpPr>
          <a:xfrm>
            <a:off x="4846738" y="4102552"/>
            <a:ext cx="2674974" cy="500008"/>
            <a:chOff x="755537" y="2590090"/>
            <a:chExt cx="2674974" cy="500008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C2F4862E-3DEF-4B1D-6E63-5177116FCE2A}"/>
                </a:ext>
              </a:extLst>
            </p:cNvPr>
            <p:cNvSpPr/>
            <p:nvPr/>
          </p:nvSpPr>
          <p:spPr>
            <a:xfrm>
              <a:off x="755537" y="2590090"/>
              <a:ext cx="2674974" cy="500008"/>
            </a:xfrm>
            <a:prstGeom prst="roundRect">
              <a:avLst>
                <a:gd name="adj" fmla="val 252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24A31FC-F755-1389-A032-F5D87A7EE829}"/>
                </a:ext>
              </a:extLst>
            </p:cNvPr>
            <p:cNvSpPr txBox="1"/>
            <p:nvPr/>
          </p:nvSpPr>
          <p:spPr>
            <a:xfrm>
              <a:off x="771661" y="2655428"/>
              <a:ext cx="1471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Assessment 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A39A24-EA6F-4A42-02F3-FA55AB2C0D88}"/>
                </a:ext>
              </a:extLst>
            </p:cNvPr>
            <p:cNvSpPr txBox="1"/>
            <p:nvPr/>
          </p:nvSpPr>
          <p:spPr>
            <a:xfrm>
              <a:off x="2192402" y="2655428"/>
              <a:ext cx="644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50%</a:t>
              </a:r>
            </a:p>
          </p:txBody>
        </p:sp>
      </p:grpSp>
      <p:pic>
        <p:nvPicPr>
          <p:cNvPr id="47" name="Graphic 46" descr="Garbage outline">
            <a:extLst>
              <a:ext uri="{FF2B5EF4-FFF2-40B4-BE49-F238E27FC236}">
                <a16:creationId xmlns:a16="http://schemas.microsoft.com/office/drawing/2014/main" id="{0DC274A5-2EE0-734E-DF4F-40B79E3EBE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3141" y="3018932"/>
            <a:ext cx="354771" cy="367088"/>
          </a:xfrm>
          <a:prstGeom prst="rect">
            <a:avLst/>
          </a:prstGeom>
        </p:spPr>
      </p:pic>
      <p:pic>
        <p:nvPicPr>
          <p:cNvPr id="48" name="Graphic 47" descr="Garbage outline">
            <a:extLst>
              <a:ext uri="{FF2B5EF4-FFF2-40B4-BE49-F238E27FC236}">
                <a16:creationId xmlns:a16="http://schemas.microsoft.com/office/drawing/2014/main" id="{C8B24BF0-200A-C3D2-0AC9-88136292D9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3141" y="3588930"/>
            <a:ext cx="354771" cy="367088"/>
          </a:xfrm>
          <a:prstGeom prst="rect">
            <a:avLst/>
          </a:prstGeom>
        </p:spPr>
      </p:pic>
      <p:pic>
        <p:nvPicPr>
          <p:cNvPr id="49" name="Graphic 48" descr="Garbage outline">
            <a:extLst>
              <a:ext uri="{FF2B5EF4-FFF2-40B4-BE49-F238E27FC236}">
                <a16:creationId xmlns:a16="http://schemas.microsoft.com/office/drawing/2014/main" id="{2B2FBD67-9D59-E2A9-00D5-CCB1286EEA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3141" y="4167890"/>
            <a:ext cx="354771" cy="36708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590B29B3-49E3-B3E3-4209-6D13CAC89FE4}"/>
              </a:ext>
            </a:extLst>
          </p:cNvPr>
          <p:cNvGrpSpPr/>
          <p:nvPr/>
        </p:nvGrpSpPr>
        <p:grpSpPr>
          <a:xfrm>
            <a:off x="4586287" y="5281989"/>
            <a:ext cx="2926568" cy="2960639"/>
            <a:chOff x="4586287" y="5281989"/>
            <a:chExt cx="2926568" cy="296063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457D005-1B4E-D241-42CC-B12404A119DC}"/>
                </a:ext>
              </a:extLst>
            </p:cNvPr>
            <p:cNvSpPr txBox="1"/>
            <p:nvPr/>
          </p:nvSpPr>
          <p:spPr>
            <a:xfrm>
              <a:off x="4586287" y="5281989"/>
              <a:ext cx="2028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>
                  <a:latin typeface="Arial" panose="020B0604020202020204" pitchFamily="34" charset="0"/>
                  <a:cs typeface="Arial" panose="020B0604020202020204" pitchFamily="34" charset="0"/>
                </a:rPr>
                <a:t>What Do I Need?: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6E6A2C4-3B75-32B1-FBA7-DC980F75C464}"/>
                </a:ext>
              </a:extLst>
            </p:cNvPr>
            <p:cNvGrpSpPr/>
            <p:nvPr/>
          </p:nvGrpSpPr>
          <p:grpSpPr>
            <a:xfrm>
              <a:off x="4650526" y="5689997"/>
              <a:ext cx="2821862" cy="1100486"/>
              <a:chOff x="4650526" y="5689997"/>
              <a:chExt cx="2821862" cy="110048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320D59B-22CB-12D1-32B7-3EBDC634985F}"/>
                  </a:ext>
                </a:extLst>
              </p:cNvPr>
              <p:cNvSpPr txBox="1"/>
              <p:nvPr/>
            </p:nvSpPr>
            <p:spPr>
              <a:xfrm>
                <a:off x="4650526" y="5689997"/>
                <a:ext cx="2821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Average on remaining to get</a:t>
                </a: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140BF164-FEDD-1D10-EE0A-660C0377EBD5}"/>
                  </a:ext>
                </a:extLst>
              </p:cNvPr>
              <p:cNvSpPr/>
              <p:nvPr/>
            </p:nvSpPr>
            <p:spPr>
              <a:xfrm>
                <a:off x="4750541" y="6016679"/>
                <a:ext cx="833488" cy="367197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 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## </a:t>
                </a:r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%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72A28F-1BCB-4173-DB3F-4F328914CE4C}"/>
                  </a:ext>
                </a:extLst>
              </p:cNvPr>
              <p:cNvSpPr txBox="1"/>
              <p:nvPr/>
            </p:nvSpPr>
            <p:spPr>
              <a:xfrm>
                <a:off x="5575848" y="6014544"/>
                <a:ext cx="9821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overall.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1128221-A0A7-6935-E50E-E7541A5B0D68}"/>
                  </a:ext>
                </a:extLst>
              </p:cNvPr>
              <p:cNvGrpSpPr/>
              <p:nvPr/>
            </p:nvGrpSpPr>
            <p:grpSpPr>
              <a:xfrm>
                <a:off x="5320195" y="6390373"/>
                <a:ext cx="1869463" cy="400110"/>
                <a:chOff x="5320195" y="6390373"/>
                <a:chExt cx="1869463" cy="400110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2F83FEAA-72C9-3BC9-297B-46E84AB61C32}"/>
                    </a:ext>
                  </a:extLst>
                </p:cNvPr>
                <p:cNvSpPr txBox="1"/>
                <p:nvPr/>
              </p:nvSpPr>
              <p:spPr>
                <a:xfrm>
                  <a:off x="6046658" y="6390373"/>
                  <a:ext cx="1143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2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###%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C5CAA91-17B6-7098-E49E-78A0F1FBA549}"/>
                    </a:ext>
                  </a:extLst>
                </p:cNvPr>
                <p:cNvSpPr txBox="1"/>
                <p:nvPr/>
              </p:nvSpPr>
              <p:spPr>
                <a:xfrm>
                  <a:off x="5320195" y="6405762"/>
                  <a:ext cx="982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Need:</a:t>
                  </a:r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46DA74D-4A9C-AEE2-BABF-8DD3EE0FFD35}"/>
                </a:ext>
              </a:extLst>
            </p:cNvPr>
            <p:cNvGrpSpPr/>
            <p:nvPr/>
          </p:nvGrpSpPr>
          <p:grpSpPr>
            <a:xfrm>
              <a:off x="4650526" y="7140848"/>
              <a:ext cx="2862329" cy="1101780"/>
              <a:chOff x="4650526" y="5688703"/>
              <a:chExt cx="2862329" cy="1101780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4B8F6B-0658-E39F-D9EF-49702CE20AB2}"/>
                  </a:ext>
                </a:extLst>
              </p:cNvPr>
              <p:cNvSpPr txBox="1"/>
              <p:nvPr/>
            </p:nvSpPr>
            <p:spPr>
              <a:xfrm>
                <a:off x="4650526" y="5688703"/>
                <a:ext cx="218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Overall grade if I get</a:t>
                </a:r>
              </a:p>
            </p:txBody>
          </p: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FD1D6483-8550-DA5E-1AD4-906707A234EA}"/>
                  </a:ext>
                </a:extLst>
              </p:cNvPr>
              <p:cNvSpPr/>
              <p:nvPr/>
            </p:nvSpPr>
            <p:spPr>
              <a:xfrm>
                <a:off x="6679367" y="5689771"/>
                <a:ext cx="833488" cy="367197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  </a:t>
                </a:r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## </a:t>
                </a:r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%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AD7A783-FECF-CF5F-FF61-C5A8BBCA94B9}"/>
                  </a:ext>
                </a:extLst>
              </p:cNvPr>
              <p:cNvSpPr txBox="1"/>
              <p:nvPr/>
            </p:nvSpPr>
            <p:spPr>
              <a:xfrm>
                <a:off x="4654032" y="6044365"/>
                <a:ext cx="1816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on remaining.</a:t>
                </a: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2A28BB93-16AC-6045-AF13-6B4BE3FE01DB}"/>
                  </a:ext>
                </a:extLst>
              </p:cNvPr>
              <p:cNvGrpSpPr/>
              <p:nvPr/>
            </p:nvGrpSpPr>
            <p:grpSpPr>
              <a:xfrm>
                <a:off x="5320195" y="6390373"/>
                <a:ext cx="1869463" cy="400110"/>
                <a:chOff x="5320195" y="6390373"/>
                <a:chExt cx="1869463" cy="400110"/>
              </a:xfrm>
            </p:grpSpPr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FC6B6C7-BDF7-F6AB-5894-0E2245CA124E}"/>
                    </a:ext>
                  </a:extLst>
                </p:cNvPr>
                <p:cNvSpPr txBox="1"/>
                <p:nvPr/>
              </p:nvSpPr>
              <p:spPr>
                <a:xfrm>
                  <a:off x="6046658" y="6390373"/>
                  <a:ext cx="1143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2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###%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88666E2-81ED-10EE-A84D-09511A8D6CBE}"/>
                    </a:ext>
                  </a:extLst>
                </p:cNvPr>
                <p:cNvSpPr txBox="1"/>
                <p:nvPr/>
              </p:nvSpPr>
              <p:spPr>
                <a:xfrm>
                  <a:off x="5320195" y="6405762"/>
                  <a:ext cx="982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Need:</a:t>
                  </a:r>
                </a:p>
              </p:txBody>
            </p:sp>
          </p:grpSp>
        </p:grpSp>
      </p:grpSp>
      <p:pic>
        <p:nvPicPr>
          <p:cNvPr id="19" name="Graphic 18" descr="Pencil outline">
            <a:extLst>
              <a:ext uri="{FF2B5EF4-FFF2-40B4-BE49-F238E27FC236}">
                <a16:creationId xmlns:a16="http://schemas.microsoft.com/office/drawing/2014/main" id="{A88F807D-594B-7275-D21F-85AC0BB005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3796" y="592045"/>
            <a:ext cx="369332" cy="36933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52D7328-271D-263F-0CF0-4332A86D0A99}"/>
              </a:ext>
            </a:extLst>
          </p:cNvPr>
          <p:cNvGrpSpPr/>
          <p:nvPr/>
        </p:nvGrpSpPr>
        <p:grpSpPr>
          <a:xfrm>
            <a:off x="7141599" y="570071"/>
            <a:ext cx="450000" cy="450000"/>
            <a:chOff x="7141599" y="570071"/>
            <a:chExt cx="450000" cy="45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F21A11-1302-FBBF-6398-2B950961CA71}"/>
                </a:ext>
              </a:extLst>
            </p:cNvPr>
            <p:cNvSpPr/>
            <p:nvPr/>
          </p:nvSpPr>
          <p:spPr>
            <a:xfrm>
              <a:off x="7141599" y="570071"/>
              <a:ext cx="450000" cy="45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 descr="Pencil outline">
              <a:extLst>
                <a:ext uri="{FF2B5EF4-FFF2-40B4-BE49-F238E27FC236}">
                  <a16:creationId xmlns:a16="http://schemas.microsoft.com/office/drawing/2014/main" id="{72640301-5165-E494-4B8D-283A72C84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76011" y="593112"/>
              <a:ext cx="369332" cy="369332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0E25557-A87E-A2B2-649D-AECA42689A2C}"/>
              </a:ext>
            </a:extLst>
          </p:cNvPr>
          <p:cNvGrpSpPr/>
          <p:nvPr/>
        </p:nvGrpSpPr>
        <p:grpSpPr>
          <a:xfrm>
            <a:off x="4814912" y="2206542"/>
            <a:ext cx="2657476" cy="1773794"/>
            <a:chOff x="1016034" y="2247562"/>
            <a:chExt cx="2657476" cy="177379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9CD9A0E-A447-F70F-340E-911F3CEAFBE0}"/>
                </a:ext>
              </a:extLst>
            </p:cNvPr>
            <p:cNvSpPr/>
            <p:nvPr/>
          </p:nvSpPr>
          <p:spPr>
            <a:xfrm>
              <a:off x="1016035" y="2247562"/>
              <a:ext cx="2657475" cy="1773794"/>
            </a:xfrm>
            <a:prstGeom prst="roundRect">
              <a:avLst>
                <a:gd name="adj" fmla="val 5729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26E1EE-B58B-C6FC-5DB8-BDE17BF20CB2}"/>
                </a:ext>
              </a:extLst>
            </p:cNvPr>
            <p:cNvSpPr txBox="1"/>
            <p:nvPr/>
          </p:nvSpPr>
          <p:spPr>
            <a:xfrm>
              <a:off x="1016034" y="2247562"/>
              <a:ext cx="1843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/>
                <a:t>Assessment 3: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AA1341-EBC9-69B3-EA35-472C8DD92098}"/>
                </a:ext>
              </a:extLst>
            </p:cNvPr>
            <p:cNvSpPr/>
            <p:nvPr/>
          </p:nvSpPr>
          <p:spPr>
            <a:xfrm>
              <a:off x="1207723" y="2845496"/>
              <a:ext cx="22514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2">
                      <a:lumMod val="75000"/>
                    </a:schemeClr>
                  </a:solidFill>
                </a:rPr>
                <a:t>Grade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8202A8-2EDE-7268-E645-C943AE25E61D}"/>
                </a:ext>
              </a:extLst>
            </p:cNvPr>
            <p:cNvSpPr txBox="1"/>
            <p:nvPr/>
          </p:nvSpPr>
          <p:spPr>
            <a:xfrm>
              <a:off x="1123191" y="2554243"/>
              <a:ext cx="18430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Enter Grade: (%)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638C4B1-BC31-4F47-8F74-F9B4FF7BA1BD}"/>
                </a:ext>
              </a:extLst>
            </p:cNvPr>
            <p:cNvGrpSpPr/>
            <p:nvPr/>
          </p:nvGrpSpPr>
          <p:grpSpPr>
            <a:xfrm>
              <a:off x="1123191" y="3370537"/>
              <a:ext cx="1117761" cy="485090"/>
              <a:chOff x="5815012" y="5959228"/>
              <a:chExt cx="1117761" cy="485090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5186A2C4-A109-A358-773D-8D4CCB79C3A1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1C15FAB-A822-CC97-D289-DDA28F2BE653}"/>
                  </a:ext>
                </a:extLst>
              </p:cNvPr>
              <p:cNvSpPr txBox="1"/>
              <p:nvPr/>
            </p:nvSpPr>
            <p:spPr>
              <a:xfrm>
                <a:off x="5929312" y="6017107"/>
                <a:ext cx="889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Cancel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EB31F5-C4A5-20F4-7221-1C33F1D5A398}"/>
                </a:ext>
              </a:extLst>
            </p:cNvPr>
            <p:cNvGrpSpPr/>
            <p:nvPr/>
          </p:nvGrpSpPr>
          <p:grpSpPr>
            <a:xfrm>
              <a:off x="2344772" y="3370537"/>
              <a:ext cx="1117761" cy="485090"/>
              <a:chOff x="5815012" y="5959228"/>
              <a:chExt cx="1117761" cy="485090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9044C04A-3FA9-6E9B-D03D-62BB2091E9D9}"/>
                  </a:ext>
                </a:extLst>
              </p:cNvPr>
              <p:cNvSpPr/>
              <p:nvPr/>
            </p:nvSpPr>
            <p:spPr>
              <a:xfrm>
                <a:off x="5815012" y="5959228"/>
                <a:ext cx="1117761" cy="48509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1FDF64-4B04-3114-860D-EC7CD9EF136C}"/>
                  </a:ext>
                </a:extLst>
              </p:cNvPr>
              <p:cNvSpPr txBox="1"/>
              <p:nvPr/>
            </p:nvSpPr>
            <p:spPr>
              <a:xfrm>
                <a:off x="5879783" y="6017107"/>
                <a:ext cx="9882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Update</a:t>
                </a:r>
              </a:p>
            </p:txBody>
          </p:sp>
        </p:grp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4F43E4B-BF12-E3F4-D29A-9C187AE0FF12}"/>
              </a:ext>
            </a:extLst>
          </p:cNvPr>
          <p:cNvSpPr/>
          <p:nvPr/>
        </p:nvSpPr>
        <p:spPr>
          <a:xfrm>
            <a:off x="5006601" y="2804476"/>
            <a:ext cx="225147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85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B0B17A6-5908-5E9A-E230-2F1E8767979F}"/>
              </a:ext>
            </a:extLst>
          </p:cNvPr>
          <p:cNvGrpSpPr/>
          <p:nvPr/>
        </p:nvGrpSpPr>
        <p:grpSpPr>
          <a:xfrm>
            <a:off x="6138922" y="3323819"/>
            <a:ext cx="1117761" cy="485090"/>
            <a:chOff x="2340044" y="3364839"/>
            <a:chExt cx="1117761" cy="485090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46AD9EBE-BB24-A8FC-72AB-DE7DD67E4208}"/>
                </a:ext>
              </a:extLst>
            </p:cNvPr>
            <p:cNvSpPr/>
            <p:nvPr/>
          </p:nvSpPr>
          <p:spPr>
            <a:xfrm>
              <a:off x="2340044" y="3364839"/>
              <a:ext cx="1117761" cy="48509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C499334-A070-3947-40FC-23073DFEA019}"/>
                </a:ext>
              </a:extLst>
            </p:cNvPr>
            <p:cNvSpPr txBox="1"/>
            <p:nvPr/>
          </p:nvSpPr>
          <p:spPr>
            <a:xfrm>
              <a:off x="2404815" y="3422718"/>
              <a:ext cx="9882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Update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A6BE505-4B72-1A39-92ED-846BB19FE9A2}"/>
              </a:ext>
            </a:extLst>
          </p:cNvPr>
          <p:cNvSpPr txBox="1"/>
          <p:nvPr/>
        </p:nvSpPr>
        <p:spPr>
          <a:xfrm>
            <a:off x="6822541" y="4177525"/>
            <a:ext cx="70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85%</a:t>
            </a:r>
          </a:p>
        </p:txBody>
      </p:sp>
      <p:pic>
        <p:nvPicPr>
          <p:cNvPr id="71" name="Graphic 70" descr="Caret Left with solid fill">
            <a:extLst>
              <a:ext uri="{FF2B5EF4-FFF2-40B4-BE49-F238E27FC236}">
                <a16:creationId xmlns:a16="http://schemas.microsoft.com/office/drawing/2014/main" id="{A0BF6E6A-34E5-0CA9-FF09-250ED62C54B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58261" y="538665"/>
            <a:ext cx="521815" cy="52181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7DA4A570-CA71-104F-43A0-50EE04F00D86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2834312712"/>
      </p:ext>
    </p:extLst>
  </p:cSld>
  <p:clrMapOvr>
    <a:masterClrMapping/>
  </p:clrMapOvr>
  <p:transition spd="slow" advClick="0" advTm="160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7 L -0.00026 -0.0731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6" presetClass="emph" presetSubtype="0" autoRev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4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000"/>
                            </p:stCondLst>
                            <p:childTnLst>
                              <p:par>
                                <p:cTn id="36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5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0"/>
                            </p:stCondLst>
                            <p:childTnLst>
                              <p:par>
                                <p:cTn id="39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B2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EB435-34D7-7445-EBD3-09D4DD19C7E2}"/>
              </a:ext>
            </a:extLst>
          </p:cNvPr>
          <p:cNvSpPr/>
          <p:nvPr/>
        </p:nvSpPr>
        <p:spPr>
          <a:xfrm>
            <a:off x="4383881" y="182165"/>
            <a:ext cx="3424237" cy="6493669"/>
          </a:xfrm>
          <a:prstGeom prst="roundRect">
            <a:avLst>
              <a:gd name="adj" fmla="val 10408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Toggle outline">
            <a:extLst>
              <a:ext uri="{FF2B5EF4-FFF2-40B4-BE49-F238E27FC236}">
                <a16:creationId xmlns:a16="http://schemas.microsoft.com/office/drawing/2014/main" id="{753D126D-7DC2-ABF0-D3D3-E6EC3032B7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0000"/>
          <a:stretch/>
        </p:blipFill>
        <p:spPr>
          <a:xfrm>
            <a:off x="6933003" y="1168003"/>
            <a:ext cx="826296" cy="573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A1F28A-99E6-0F1E-B3AF-D07BD0912C6C}"/>
              </a:ext>
            </a:extLst>
          </p:cNvPr>
          <p:cNvSpPr txBox="1"/>
          <p:nvPr/>
        </p:nvSpPr>
        <p:spPr>
          <a:xfrm>
            <a:off x="5347686" y="1741528"/>
            <a:ext cx="1496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###%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DCE3F-59D4-1822-C0C3-CEDA57782747}"/>
              </a:ext>
            </a:extLst>
          </p:cNvPr>
          <p:cNvSpPr txBox="1"/>
          <p:nvPr/>
        </p:nvSpPr>
        <p:spPr>
          <a:xfrm>
            <a:off x="6841351" y="1674235"/>
            <a:ext cx="1009599" cy="250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endParaRPr lang="en-US" sz="10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237EBF-F6EC-2851-16E7-DEB5C302ECD4}"/>
              </a:ext>
            </a:extLst>
          </p:cNvPr>
          <p:cNvGrpSpPr/>
          <p:nvPr/>
        </p:nvGrpSpPr>
        <p:grpSpPr>
          <a:xfrm>
            <a:off x="4586288" y="2470762"/>
            <a:ext cx="2956840" cy="1550594"/>
            <a:chOff x="4586288" y="2470762"/>
            <a:chExt cx="2956840" cy="155059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F624DE1-AD34-D509-03AE-EE76418DBC3E}"/>
                </a:ext>
              </a:extLst>
            </p:cNvPr>
            <p:cNvSpPr txBox="1"/>
            <p:nvPr/>
          </p:nvSpPr>
          <p:spPr>
            <a:xfrm>
              <a:off x="4586288" y="2470762"/>
              <a:ext cx="164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>
                  <a:latin typeface="Arial" panose="020B0604020202020204" pitchFamily="34" charset="0"/>
                  <a:cs typeface="Arial" panose="020B0604020202020204" pitchFamily="34" charset="0"/>
                </a:rPr>
                <a:t>Assessments: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34F1E56-B002-2AC0-AA30-2EAFF20912F8}"/>
                </a:ext>
              </a:extLst>
            </p:cNvPr>
            <p:cNvGrpSpPr/>
            <p:nvPr/>
          </p:nvGrpSpPr>
          <p:grpSpPr>
            <a:xfrm>
              <a:off x="4846738" y="2940144"/>
              <a:ext cx="2696390" cy="500008"/>
              <a:chOff x="755537" y="2590090"/>
              <a:chExt cx="2696390" cy="500008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5D4A5EC5-F3BF-3183-E52E-326BB5551BEC}"/>
                  </a:ext>
                </a:extLst>
              </p:cNvPr>
              <p:cNvSpPr/>
              <p:nvPr/>
            </p:nvSpPr>
            <p:spPr>
              <a:xfrm>
                <a:off x="755537" y="2590090"/>
                <a:ext cx="2674974" cy="500008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A8F149-F40C-1856-400A-BDCBB225D3C4}"/>
                  </a:ext>
                </a:extLst>
              </p:cNvPr>
              <p:cNvSpPr txBox="1"/>
              <p:nvPr/>
            </p:nvSpPr>
            <p:spPr>
              <a:xfrm>
                <a:off x="771661" y="2655428"/>
                <a:ext cx="1471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Assessment 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017D9E1-5EA5-BBA5-F548-27EBCD06FDA4}"/>
                  </a:ext>
                </a:extLst>
              </p:cNvPr>
              <p:cNvSpPr txBox="1"/>
              <p:nvPr/>
            </p:nvSpPr>
            <p:spPr>
              <a:xfrm>
                <a:off x="2192402" y="2655428"/>
                <a:ext cx="6444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20%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31EEA0-405E-5FBB-34FA-975C1D1B5E19}"/>
                  </a:ext>
                </a:extLst>
              </p:cNvPr>
              <p:cNvSpPr txBox="1"/>
              <p:nvPr/>
            </p:nvSpPr>
            <p:spPr>
              <a:xfrm>
                <a:off x="2744988" y="2655428"/>
                <a:ext cx="706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97%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06D9DBD-ED17-C390-A105-F8325BFF9246}"/>
                </a:ext>
              </a:extLst>
            </p:cNvPr>
            <p:cNvGrpSpPr/>
            <p:nvPr/>
          </p:nvGrpSpPr>
          <p:grpSpPr>
            <a:xfrm>
              <a:off x="4846738" y="3521348"/>
              <a:ext cx="2696390" cy="500008"/>
              <a:chOff x="755537" y="2590090"/>
              <a:chExt cx="2696390" cy="500008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7F831035-91E7-2E6F-1A2E-FB9B70B54C19}"/>
                  </a:ext>
                </a:extLst>
              </p:cNvPr>
              <p:cNvSpPr/>
              <p:nvPr/>
            </p:nvSpPr>
            <p:spPr>
              <a:xfrm>
                <a:off x="755537" y="2590090"/>
                <a:ext cx="2674974" cy="500008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9AA0CC-187A-5834-A68E-1C7CF50B4EC4}"/>
                  </a:ext>
                </a:extLst>
              </p:cNvPr>
              <p:cNvSpPr txBox="1"/>
              <p:nvPr/>
            </p:nvSpPr>
            <p:spPr>
              <a:xfrm>
                <a:off x="771661" y="2655428"/>
                <a:ext cx="1471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Assessment 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0A0839-F3E9-7D9F-A5F0-911499113561}"/>
                  </a:ext>
                </a:extLst>
              </p:cNvPr>
              <p:cNvSpPr txBox="1"/>
              <p:nvPr/>
            </p:nvSpPr>
            <p:spPr>
              <a:xfrm>
                <a:off x="2192402" y="2655428"/>
                <a:ext cx="6444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30%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9304805-EC30-CEAC-E282-759E511D6790}"/>
                  </a:ext>
                </a:extLst>
              </p:cNvPr>
              <p:cNvSpPr txBox="1"/>
              <p:nvPr/>
            </p:nvSpPr>
            <p:spPr>
              <a:xfrm>
                <a:off x="2744988" y="2655428"/>
                <a:ext cx="706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68%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B86537-60A1-A69F-D99A-63E7C559E319}"/>
              </a:ext>
            </a:extLst>
          </p:cNvPr>
          <p:cNvGrpSpPr/>
          <p:nvPr/>
        </p:nvGrpSpPr>
        <p:grpSpPr>
          <a:xfrm>
            <a:off x="4586287" y="4102552"/>
            <a:ext cx="2951549" cy="3754306"/>
            <a:chOff x="4586287" y="4102552"/>
            <a:chExt cx="2951549" cy="3754306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90B29B3-49E3-B3E3-4209-6D13CAC89FE4}"/>
                </a:ext>
              </a:extLst>
            </p:cNvPr>
            <p:cNvGrpSpPr/>
            <p:nvPr/>
          </p:nvGrpSpPr>
          <p:grpSpPr>
            <a:xfrm>
              <a:off x="4586287" y="4896219"/>
              <a:ext cx="2926568" cy="2960639"/>
              <a:chOff x="4586287" y="5281989"/>
              <a:chExt cx="2926568" cy="2960639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457D005-1B4E-D241-42CC-B12404A119DC}"/>
                  </a:ext>
                </a:extLst>
              </p:cNvPr>
              <p:cNvSpPr txBox="1"/>
              <p:nvPr/>
            </p:nvSpPr>
            <p:spPr>
              <a:xfrm>
                <a:off x="4586287" y="5281989"/>
                <a:ext cx="20288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What Do I Need?:</a:t>
                </a: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76E6A2C4-3B75-32B1-FBA7-DC980F75C464}"/>
                  </a:ext>
                </a:extLst>
              </p:cNvPr>
              <p:cNvGrpSpPr/>
              <p:nvPr/>
            </p:nvGrpSpPr>
            <p:grpSpPr>
              <a:xfrm>
                <a:off x="4650526" y="5689997"/>
                <a:ext cx="2821862" cy="1100486"/>
                <a:chOff x="4650526" y="5689997"/>
                <a:chExt cx="2821862" cy="1100486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320D59B-22CB-12D1-32B7-3EBDC634985F}"/>
                    </a:ext>
                  </a:extLst>
                </p:cNvPr>
                <p:cNvSpPr txBox="1"/>
                <p:nvPr/>
              </p:nvSpPr>
              <p:spPr>
                <a:xfrm>
                  <a:off x="4650526" y="5689997"/>
                  <a:ext cx="2821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Average on remaining to get</a:t>
                  </a:r>
                </a:p>
              </p:txBody>
            </p:sp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140BF164-FEDD-1D10-EE0A-660C0377EBD5}"/>
                    </a:ext>
                  </a:extLst>
                </p:cNvPr>
                <p:cNvSpPr/>
                <p:nvPr/>
              </p:nvSpPr>
              <p:spPr>
                <a:xfrm>
                  <a:off x="4750541" y="6016679"/>
                  <a:ext cx="833488" cy="367197"/>
                </a:xfrm>
                <a:prstGeom prst="roundRect">
                  <a:avLst>
                    <a:gd name="adj" fmla="val 25239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  </a:t>
                  </a:r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## </a:t>
                  </a:r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%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D72A28F-1BCB-4173-DB3F-4F328914CE4C}"/>
                    </a:ext>
                  </a:extLst>
                </p:cNvPr>
                <p:cNvSpPr txBox="1"/>
                <p:nvPr/>
              </p:nvSpPr>
              <p:spPr>
                <a:xfrm>
                  <a:off x="5575848" y="6014544"/>
                  <a:ext cx="982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overall.</a:t>
                  </a: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C1128221-A0A7-6935-E50E-E7541A5B0D68}"/>
                    </a:ext>
                  </a:extLst>
                </p:cNvPr>
                <p:cNvGrpSpPr/>
                <p:nvPr/>
              </p:nvGrpSpPr>
              <p:grpSpPr>
                <a:xfrm>
                  <a:off x="5320195" y="6390373"/>
                  <a:ext cx="1869463" cy="400110"/>
                  <a:chOff x="5320195" y="6390373"/>
                  <a:chExt cx="1869463" cy="400110"/>
                </a:xfrm>
              </p:grpSpPr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F83FEAA-72C9-3BC9-297B-46E84AB61C32}"/>
                      </a:ext>
                    </a:extLst>
                  </p:cNvPr>
                  <p:cNvSpPr txBox="1"/>
                  <p:nvPr/>
                </p:nvSpPr>
                <p:spPr>
                  <a:xfrm>
                    <a:off x="6046658" y="6390373"/>
                    <a:ext cx="11430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###%</a:t>
                    </a:r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BC5CAA91-17B6-7098-E49E-78A0F1FBA549}"/>
                      </a:ext>
                    </a:extLst>
                  </p:cNvPr>
                  <p:cNvSpPr txBox="1"/>
                  <p:nvPr/>
                </p:nvSpPr>
                <p:spPr>
                  <a:xfrm>
                    <a:off x="5320195" y="6405762"/>
                    <a:ext cx="9821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2">
                            <a:lumMod val="25000"/>
                          </a:schemeClr>
                        </a:solidFill>
                      </a:rPr>
                      <a:t>Need:</a:t>
                    </a:r>
                  </a:p>
                </p:txBody>
              </p:sp>
            </p:grp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B46DA74D-4A9C-AEE2-BABF-8DD3EE0FFD35}"/>
                  </a:ext>
                </a:extLst>
              </p:cNvPr>
              <p:cNvGrpSpPr/>
              <p:nvPr/>
            </p:nvGrpSpPr>
            <p:grpSpPr>
              <a:xfrm>
                <a:off x="4650526" y="7140848"/>
                <a:ext cx="2862329" cy="1101780"/>
                <a:chOff x="4650526" y="5688703"/>
                <a:chExt cx="2862329" cy="1101780"/>
              </a:xfrm>
            </p:grpSpPr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24B8F6B-0658-E39F-D9EF-49702CE20AB2}"/>
                    </a:ext>
                  </a:extLst>
                </p:cNvPr>
                <p:cNvSpPr txBox="1"/>
                <p:nvPr/>
              </p:nvSpPr>
              <p:spPr>
                <a:xfrm>
                  <a:off x="4650526" y="5688703"/>
                  <a:ext cx="21848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Overall grade if I get</a:t>
                  </a:r>
                </a:p>
              </p:txBody>
            </p:sp>
            <p:sp>
              <p:nvSpPr>
                <p:cNvPr id="64" name="Rounded Rectangle 63">
                  <a:extLst>
                    <a:ext uri="{FF2B5EF4-FFF2-40B4-BE49-F238E27FC236}">
                      <a16:creationId xmlns:a16="http://schemas.microsoft.com/office/drawing/2014/main" id="{FD1D6483-8550-DA5E-1AD4-906707A234EA}"/>
                    </a:ext>
                  </a:extLst>
                </p:cNvPr>
                <p:cNvSpPr/>
                <p:nvPr/>
              </p:nvSpPr>
              <p:spPr>
                <a:xfrm>
                  <a:off x="6679367" y="5689771"/>
                  <a:ext cx="833488" cy="367197"/>
                </a:xfrm>
                <a:prstGeom prst="roundRect">
                  <a:avLst>
                    <a:gd name="adj" fmla="val 25239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  </a:t>
                  </a:r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## </a:t>
                  </a:r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%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AD7A783-FECF-CF5F-FF61-C5A8BBCA94B9}"/>
                    </a:ext>
                  </a:extLst>
                </p:cNvPr>
                <p:cNvSpPr txBox="1"/>
                <p:nvPr/>
              </p:nvSpPr>
              <p:spPr>
                <a:xfrm>
                  <a:off x="4654032" y="6044365"/>
                  <a:ext cx="181676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25000"/>
                        </a:schemeClr>
                      </a:solidFill>
                    </a:rPr>
                    <a:t>on remaining.</a:t>
                  </a:r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2A28BB93-16AC-6045-AF13-6B4BE3FE01DB}"/>
                    </a:ext>
                  </a:extLst>
                </p:cNvPr>
                <p:cNvGrpSpPr/>
                <p:nvPr/>
              </p:nvGrpSpPr>
              <p:grpSpPr>
                <a:xfrm>
                  <a:off x="5320195" y="6390373"/>
                  <a:ext cx="1869463" cy="400110"/>
                  <a:chOff x="5320195" y="6390373"/>
                  <a:chExt cx="1869463" cy="400110"/>
                </a:xfrm>
              </p:grpSpPr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DFC6B6C7-BDF7-F6AB-5894-0E2245CA124E}"/>
                      </a:ext>
                    </a:extLst>
                  </p:cNvPr>
                  <p:cNvSpPr txBox="1"/>
                  <p:nvPr/>
                </p:nvSpPr>
                <p:spPr>
                  <a:xfrm>
                    <a:off x="6046658" y="6390373"/>
                    <a:ext cx="11430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###%</a:t>
                    </a: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C88666E2-81ED-10EE-A84D-09511A8D6CBE}"/>
                      </a:ext>
                    </a:extLst>
                  </p:cNvPr>
                  <p:cNvSpPr txBox="1"/>
                  <p:nvPr/>
                </p:nvSpPr>
                <p:spPr>
                  <a:xfrm>
                    <a:off x="5320195" y="6405762"/>
                    <a:ext cx="9821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2">
                            <a:lumMod val="25000"/>
                          </a:schemeClr>
                        </a:solidFill>
                      </a:rPr>
                      <a:t>Need:</a:t>
                    </a:r>
                  </a:p>
                </p:txBody>
              </p:sp>
            </p:grp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0BC7D18-92AC-610D-8DA9-41BDD506A5E9}"/>
                </a:ext>
              </a:extLst>
            </p:cNvPr>
            <p:cNvGrpSpPr/>
            <p:nvPr/>
          </p:nvGrpSpPr>
          <p:grpSpPr>
            <a:xfrm>
              <a:off x="4846738" y="4102552"/>
              <a:ext cx="2691098" cy="500008"/>
              <a:chOff x="4846738" y="4102552"/>
              <a:chExt cx="2691098" cy="500008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C2F4862E-3DEF-4B1D-6E63-5177116FCE2A}"/>
                  </a:ext>
                </a:extLst>
              </p:cNvPr>
              <p:cNvSpPr/>
              <p:nvPr/>
            </p:nvSpPr>
            <p:spPr>
              <a:xfrm>
                <a:off x="4846738" y="4102552"/>
                <a:ext cx="2674974" cy="500008"/>
              </a:xfrm>
              <a:prstGeom prst="roundRect">
                <a:avLst>
                  <a:gd name="adj" fmla="val 2523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24A31FC-F755-1389-A032-F5D87A7EE829}"/>
                  </a:ext>
                </a:extLst>
              </p:cNvPr>
              <p:cNvSpPr txBox="1"/>
              <p:nvPr/>
            </p:nvSpPr>
            <p:spPr>
              <a:xfrm>
                <a:off x="4862862" y="4167890"/>
                <a:ext cx="1471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25000"/>
                      </a:schemeClr>
                    </a:solidFill>
                  </a:rPr>
                  <a:t>Assessment 3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CA39A24-EA6F-4A42-02F3-FA55AB2C0D88}"/>
                  </a:ext>
                </a:extLst>
              </p:cNvPr>
              <p:cNvSpPr txBox="1"/>
              <p:nvPr/>
            </p:nvSpPr>
            <p:spPr>
              <a:xfrm>
                <a:off x="6283603" y="4167890"/>
                <a:ext cx="6444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50%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01FB34-4CD3-E32C-A198-D378A40A0BDD}"/>
                  </a:ext>
                </a:extLst>
              </p:cNvPr>
              <p:cNvSpPr txBox="1"/>
              <p:nvPr/>
            </p:nvSpPr>
            <p:spPr>
              <a:xfrm>
                <a:off x="6830897" y="4174387"/>
                <a:ext cx="7069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85%</a:t>
                </a:r>
              </a:p>
            </p:txBody>
          </p:sp>
        </p:grpSp>
      </p:grp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9BB6648E-9503-C9FE-7211-C5877936E2EF}"/>
              </a:ext>
            </a:extLst>
          </p:cNvPr>
          <p:cNvSpPr/>
          <p:nvPr/>
        </p:nvSpPr>
        <p:spPr>
          <a:xfrm>
            <a:off x="4383880" y="182165"/>
            <a:ext cx="3424237" cy="985838"/>
          </a:xfrm>
          <a:prstGeom prst="round2SameRect">
            <a:avLst>
              <a:gd name="adj1" fmla="val 35508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DC0A-8206-D9A1-3414-D0F894DBE84B}"/>
              </a:ext>
            </a:extLst>
          </p:cNvPr>
          <p:cNvSpPr txBox="1"/>
          <p:nvPr/>
        </p:nvSpPr>
        <p:spPr>
          <a:xfrm>
            <a:off x="5024435" y="598348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Course1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79AE4C7-15A5-3EC3-C75E-05978D16712F}"/>
              </a:ext>
            </a:extLst>
          </p:cNvPr>
          <p:cNvSpPr/>
          <p:nvPr/>
        </p:nvSpPr>
        <p:spPr>
          <a:xfrm>
            <a:off x="4383880" y="182164"/>
            <a:ext cx="3424237" cy="6493669"/>
          </a:xfrm>
          <a:prstGeom prst="roundRect">
            <a:avLst>
              <a:gd name="adj" fmla="val 10408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Pencil outline">
            <a:extLst>
              <a:ext uri="{FF2B5EF4-FFF2-40B4-BE49-F238E27FC236}">
                <a16:creationId xmlns:a16="http://schemas.microsoft.com/office/drawing/2014/main" id="{FED73AEC-02F6-6C73-EE66-A1EFBA178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6011" y="593112"/>
            <a:ext cx="369332" cy="369332"/>
          </a:xfrm>
          <a:prstGeom prst="rect">
            <a:avLst/>
          </a:prstGeom>
        </p:spPr>
      </p:pic>
      <p:pic>
        <p:nvPicPr>
          <p:cNvPr id="24" name="Graphic 23" descr="Caret Left with solid fill">
            <a:extLst>
              <a:ext uri="{FF2B5EF4-FFF2-40B4-BE49-F238E27FC236}">
                <a16:creationId xmlns:a16="http://schemas.microsoft.com/office/drawing/2014/main" id="{FC390418-4D48-B501-88A2-D3FDBB9221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58261" y="538665"/>
            <a:ext cx="521815" cy="5218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CAC3889-0990-6331-4A98-A60ECB7D7D30}"/>
              </a:ext>
            </a:extLst>
          </p:cNvPr>
          <p:cNvSpPr txBox="1"/>
          <p:nvPr/>
        </p:nvSpPr>
        <p:spPr>
          <a:xfrm>
            <a:off x="7759299" y="1313243"/>
            <a:ext cx="1856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Grade View Mode</a:t>
            </a:r>
          </a:p>
          <a:p>
            <a:pPr algn="ctr"/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(grade-to-date / total grade)</a:t>
            </a:r>
          </a:p>
        </p:txBody>
      </p:sp>
    </p:spTree>
    <p:extLst>
      <p:ext uri="{BB962C8B-B14F-4D97-AF65-F5344CB8AC3E}">
        <p14:creationId xmlns:p14="http://schemas.microsoft.com/office/powerpoint/2010/main" val="68353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1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-0.00144 -0.3372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16875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7.40741E-7 L 0.00026 -0.3986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2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</p:bldLst>
  </p:timing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401</Words>
  <Application>Microsoft Macintosh PowerPoint</Application>
  <PresentationFormat>Widescreen</PresentationFormat>
  <Paragraphs>173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 2013 - 2022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 McKenna</dc:creator>
  <cp:lastModifiedBy>Elizabeth McKenna</cp:lastModifiedBy>
  <cp:revision>51</cp:revision>
  <dcterms:created xsi:type="dcterms:W3CDTF">2024-02-07T16:10:35Z</dcterms:created>
  <dcterms:modified xsi:type="dcterms:W3CDTF">2024-02-08T02:21:18Z</dcterms:modified>
</cp:coreProperties>
</file>